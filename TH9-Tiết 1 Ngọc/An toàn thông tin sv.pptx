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9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DCB090-C6B7-45E1-AF58-971B4E2E4E21}" type="doc">
      <dgm:prSet loTypeId="urn:microsoft.com/office/officeart/2005/8/layout/cycle4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6590FC-5114-4A63-93DD-8B5B34AAFE6F}">
      <dgm:prSet phldrT="[Text]"/>
      <dgm:spPr>
        <a:solidFill>
          <a:schemeClr val="accent2"/>
        </a:solidFill>
      </dgm:spPr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b="0" dirty="0" err="1"/>
            <a:t>Bị</a:t>
          </a:r>
          <a:r>
            <a:rPr lang="en-US" b="0" dirty="0"/>
            <a:t> </a:t>
          </a:r>
          <a:r>
            <a:rPr lang="en-US" b="0" dirty="0" err="1"/>
            <a:t>lừa</a:t>
          </a:r>
          <a:r>
            <a:rPr lang="en-US" b="0" dirty="0"/>
            <a:t> </a:t>
          </a:r>
          <a:r>
            <a:rPr lang="en-US" b="0" dirty="0" err="1"/>
            <a:t>đảo</a:t>
          </a:r>
          <a:r>
            <a:rPr lang="en-US" b="0" dirty="0"/>
            <a:t> </a:t>
          </a:r>
          <a:r>
            <a:rPr lang="en-US" b="0" dirty="0" err="1"/>
            <a:t>tài</a:t>
          </a:r>
          <a:r>
            <a:rPr lang="en-US" b="0" dirty="0"/>
            <a:t> </a:t>
          </a:r>
          <a:r>
            <a:rPr lang="en-US" b="0" dirty="0" err="1"/>
            <a:t>chính</a:t>
          </a:r>
          <a:endParaRPr lang="en-US" dirty="0"/>
        </a:p>
      </dgm:t>
    </dgm:pt>
    <dgm:pt modelId="{01DABCF5-C3B0-4C6E-B020-75AD5F74141C}" type="parTrans" cxnId="{08E1ED05-2A81-48E9-AAA9-A462AE67F60F}">
      <dgm:prSet/>
      <dgm:spPr/>
      <dgm:t>
        <a:bodyPr/>
        <a:lstStyle/>
        <a:p>
          <a:endParaRPr lang="en-US"/>
        </a:p>
      </dgm:t>
    </dgm:pt>
    <dgm:pt modelId="{8F54E8F4-0123-4907-8FFA-A5DD102F0450}" type="sibTrans" cxnId="{08E1ED05-2A81-48E9-AAA9-A462AE67F60F}">
      <dgm:prSet/>
      <dgm:spPr/>
      <dgm:t>
        <a:bodyPr/>
        <a:lstStyle/>
        <a:p>
          <a:endParaRPr lang="en-US"/>
        </a:p>
      </dgm:t>
    </dgm:pt>
    <dgm:pt modelId="{6080131F-1B9A-46CF-BEAE-BF71D328C72B}">
      <dgm:prSet phldrT="[Text]"/>
      <dgm:spPr>
        <a:solidFill>
          <a:schemeClr val="accent2">
            <a:lumMod val="40000"/>
            <a:lumOff val="60000"/>
            <a:alpha val="90000"/>
          </a:schemeClr>
        </a:solidFill>
      </dgm:spPr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 b="0" dirty="0" err="1"/>
            <a:t>Giả</a:t>
          </a:r>
          <a:r>
            <a:rPr lang="en-US" b="0" dirty="0"/>
            <a:t> </a:t>
          </a:r>
          <a:r>
            <a:rPr lang="en-US" b="0" dirty="0" err="1"/>
            <a:t>mạo</a:t>
          </a:r>
          <a:r>
            <a:rPr lang="en-US" b="0" dirty="0"/>
            <a:t> </a:t>
          </a:r>
          <a:r>
            <a:rPr lang="en-US" b="0" dirty="0" err="1"/>
            <a:t>trang</a:t>
          </a:r>
          <a:r>
            <a:rPr lang="en-US" b="0" dirty="0"/>
            <a:t> web </a:t>
          </a:r>
          <a:r>
            <a:rPr lang="en-US" b="0" dirty="0" err="1"/>
            <a:t>ngân</a:t>
          </a:r>
          <a:r>
            <a:rPr lang="en-US" b="0" dirty="0"/>
            <a:t> </a:t>
          </a:r>
          <a:r>
            <a:rPr lang="en-US" b="0" dirty="0" err="1"/>
            <a:t>hàng</a:t>
          </a:r>
          <a:r>
            <a:rPr lang="en-US" b="0" dirty="0"/>
            <a:t>, </a:t>
          </a:r>
          <a:r>
            <a:rPr lang="en-US" b="0" dirty="0" err="1"/>
            <a:t>học</a:t>
          </a:r>
          <a:r>
            <a:rPr lang="en-US" b="0" dirty="0"/>
            <a:t> </a:t>
          </a:r>
          <a:r>
            <a:rPr lang="en-US" b="0" dirty="0" err="1"/>
            <a:t>bổng</a:t>
          </a:r>
          <a:r>
            <a:rPr lang="en-US" b="0" dirty="0"/>
            <a:t>,</a:t>
          </a:r>
          <a:r>
            <a:rPr lang="en-US" b="1" dirty="0"/>
            <a:t> </a:t>
          </a:r>
          <a:r>
            <a:rPr lang="en-US" b="0" dirty="0"/>
            <a:t>Email, tin </a:t>
          </a:r>
          <a:r>
            <a:rPr lang="en-US" b="0" dirty="0" err="1"/>
            <a:t>nhắn</a:t>
          </a:r>
          <a:r>
            <a:rPr lang="en-US" b="0" dirty="0"/>
            <a:t> </a:t>
          </a:r>
          <a:r>
            <a:rPr lang="en-US" b="0" dirty="0" err="1"/>
            <a:t>yêu</a:t>
          </a:r>
          <a:r>
            <a:rPr lang="en-US" b="0" dirty="0"/>
            <a:t> </a:t>
          </a:r>
          <a:r>
            <a:rPr lang="en-US" b="0" dirty="0" err="1"/>
            <a:t>cầu</a:t>
          </a:r>
          <a:r>
            <a:rPr lang="en-US" b="0" dirty="0"/>
            <a:t> </a:t>
          </a:r>
          <a:r>
            <a:rPr lang="en-US" b="0" dirty="0" err="1"/>
            <a:t>chuyển</a:t>
          </a:r>
          <a:r>
            <a:rPr lang="en-US" b="0" dirty="0"/>
            <a:t> </a:t>
          </a:r>
          <a:r>
            <a:rPr lang="en-US" b="0" dirty="0" err="1"/>
            <a:t>tiền</a:t>
          </a:r>
          <a:r>
            <a:rPr lang="en-US" b="0" dirty="0"/>
            <a:t> </a:t>
          </a:r>
          <a:r>
            <a:rPr lang="en-US" b="0" dirty="0" err="1"/>
            <a:t>gấp</a:t>
          </a:r>
          <a:endParaRPr lang="en-US" b="0" dirty="0"/>
        </a:p>
      </dgm:t>
    </dgm:pt>
    <dgm:pt modelId="{D8B16CA9-20CA-48DA-BCAB-0F6160D4059B}" type="parTrans" cxnId="{C74EAC4A-5D9E-4229-9172-6AC01328D463}">
      <dgm:prSet/>
      <dgm:spPr/>
      <dgm:t>
        <a:bodyPr/>
        <a:lstStyle/>
        <a:p>
          <a:endParaRPr lang="en-US"/>
        </a:p>
      </dgm:t>
    </dgm:pt>
    <dgm:pt modelId="{CD8235C7-CAD2-4A61-B66F-FA6FC43F4EDE}" type="sibTrans" cxnId="{C74EAC4A-5D9E-4229-9172-6AC01328D463}">
      <dgm:prSet/>
      <dgm:spPr/>
      <dgm:t>
        <a:bodyPr/>
        <a:lstStyle/>
        <a:p>
          <a:endParaRPr lang="en-US"/>
        </a:p>
      </dgm:t>
    </dgm:pt>
    <dgm:pt modelId="{F901C3E8-C896-4D73-962C-7C96FFB4BFAE}">
      <dgm:prSet phldrT="[Text]"/>
      <dgm:spPr>
        <a:solidFill>
          <a:schemeClr val="accent3"/>
        </a:solidFill>
      </dgm:spPr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b="0" dirty="0" err="1"/>
            <a:t>Bị</a:t>
          </a:r>
          <a:r>
            <a:rPr lang="en-US" b="0" dirty="0"/>
            <a:t> </a:t>
          </a:r>
          <a:r>
            <a:rPr lang="en-US" b="0" dirty="0" err="1"/>
            <a:t>tấn</a:t>
          </a:r>
          <a:r>
            <a:rPr lang="en-US" b="0" dirty="0"/>
            <a:t> </a:t>
          </a:r>
          <a:r>
            <a:rPr lang="en-US" b="0" dirty="0" err="1"/>
            <a:t>công</a:t>
          </a:r>
          <a:r>
            <a:rPr lang="en-US" b="0" dirty="0"/>
            <a:t> </a:t>
          </a:r>
          <a:r>
            <a:rPr lang="en-US" b="0" dirty="0" err="1"/>
            <a:t>mạng</a:t>
          </a:r>
          <a:endParaRPr lang="en-US" dirty="0"/>
        </a:p>
      </dgm:t>
    </dgm:pt>
    <dgm:pt modelId="{D4EB8B37-87DC-4715-AA2F-0FE68FE19D26}" type="parTrans" cxnId="{581723FB-55D6-4E57-AAD5-3143240C7620}">
      <dgm:prSet/>
      <dgm:spPr/>
      <dgm:t>
        <a:bodyPr/>
        <a:lstStyle/>
        <a:p>
          <a:endParaRPr lang="en-US"/>
        </a:p>
      </dgm:t>
    </dgm:pt>
    <dgm:pt modelId="{91F62342-C3DC-4D36-A16B-AD4F0E9DC602}" type="sibTrans" cxnId="{581723FB-55D6-4E57-AAD5-3143240C7620}">
      <dgm:prSet/>
      <dgm:spPr/>
      <dgm:t>
        <a:bodyPr/>
        <a:lstStyle/>
        <a:p>
          <a:endParaRPr lang="en-US"/>
        </a:p>
      </dgm:t>
    </dgm:pt>
    <dgm:pt modelId="{0E5DADF3-9358-448F-BE48-D010367DB5A8}">
      <dgm:prSet phldrT="[Text]" phldr="0"/>
      <dgm:spPr>
        <a:solidFill>
          <a:schemeClr val="bg2">
            <a:lumMod val="75000"/>
            <a:alpha val="90000"/>
          </a:schemeClr>
        </a:solidFill>
      </dgm:spPr>
      <dgm:t>
        <a:bodyPr/>
        <a:lstStyle/>
        <a:p>
          <a:r>
            <a:rPr lang="en-US" b="0" dirty="0"/>
            <a:t>Cài </a:t>
          </a:r>
          <a:r>
            <a:rPr lang="en-US" b="0" dirty="0" err="1"/>
            <a:t>đặt</a:t>
          </a:r>
          <a:r>
            <a:rPr lang="en-US" b="0" dirty="0"/>
            <a:t> </a:t>
          </a:r>
          <a:r>
            <a:rPr lang="en-US" b="0" dirty="0" err="1"/>
            <a:t>phần</a:t>
          </a:r>
          <a:r>
            <a:rPr lang="en-US" b="0" dirty="0"/>
            <a:t> </a:t>
          </a:r>
          <a:r>
            <a:rPr lang="en-US" b="0" dirty="0" err="1"/>
            <a:t>mềm</a:t>
          </a:r>
          <a:r>
            <a:rPr lang="en-US" b="0" dirty="0"/>
            <a:t> </a:t>
          </a:r>
          <a:r>
            <a:rPr lang="en-US" b="0" dirty="0" err="1"/>
            <a:t>độc</a:t>
          </a:r>
          <a:r>
            <a:rPr lang="en-US" b="0" dirty="0"/>
            <a:t> </a:t>
          </a:r>
          <a:r>
            <a:rPr lang="en-US" b="0" dirty="0" err="1"/>
            <a:t>hại</a:t>
          </a:r>
          <a:r>
            <a:rPr lang="en-US" b="0" dirty="0"/>
            <a:t> (malware) </a:t>
          </a:r>
          <a:r>
            <a:rPr lang="en-US" b="0" dirty="0" err="1"/>
            <a:t>vào</a:t>
          </a:r>
          <a:r>
            <a:rPr lang="en-US" b="0" dirty="0"/>
            <a:t> </a:t>
          </a:r>
          <a:r>
            <a:rPr lang="en-US" b="0" dirty="0" err="1"/>
            <a:t>thiết</a:t>
          </a:r>
          <a:r>
            <a:rPr lang="en-US" b="0" dirty="0"/>
            <a:t> </a:t>
          </a:r>
          <a:r>
            <a:rPr lang="en-US" b="0" dirty="0" err="1"/>
            <a:t>bị</a:t>
          </a:r>
          <a:r>
            <a:rPr lang="en-US" b="0" dirty="0"/>
            <a:t>,</a:t>
          </a:r>
          <a:r>
            <a:rPr lang="en-US" b="1" dirty="0"/>
            <a:t> </a:t>
          </a:r>
          <a:r>
            <a:rPr lang="en-US" b="0" dirty="0" err="1"/>
            <a:t>mã</a:t>
          </a:r>
          <a:r>
            <a:rPr lang="en-US" b="0" dirty="0"/>
            <a:t> </a:t>
          </a:r>
          <a:r>
            <a:rPr lang="en-US" b="0" dirty="0" err="1"/>
            <a:t>độc</a:t>
          </a:r>
          <a:r>
            <a:rPr lang="en-US" b="0" dirty="0"/>
            <a:t> </a:t>
          </a:r>
          <a:r>
            <a:rPr lang="en-US" b="0" dirty="0" err="1"/>
            <a:t>tống</a:t>
          </a:r>
          <a:r>
            <a:rPr lang="en-US" b="0" dirty="0"/>
            <a:t> </a:t>
          </a:r>
          <a:r>
            <a:rPr lang="en-US" b="0" dirty="0" err="1"/>
            <a:t>tiền</a:t>
          </a:r>
          <a:r>
            <a:rPr lang="en-US" b="0" dirty="0"/>
            <a:t> (ransomware) </a:t>
          </a:r>
          <a:r>
            <a:rPr lang="en-US" b="0" dirty="0" err="1"/>
            <a:t>mã</a:t>
          </a:r>
          <a:r>
            <a:rPr lang="en-US" b="0" dirty="0"/>
            <a:t> </a:t>
          </a:r>
          <a:r>
            <a:rPr lang="en-US" b="0" dirty="0" err="1"/>
            <a:t>hóa</a:t>
          </a:r>
          <a:r>
            <a:rPr lang="en-US" b="0" dirty="0"/>
            <a:t> </a:t>
          </a:r>
          <a:r>
            <a:rPr lang="en-US" b="0" dirty="0" err="1"/>
            <a:t>dữ</a:t>
          </a:r>
          <a:r>
            <a:rPr lang="en-US" b="0" dirty="0"/>
            <a:t> </a:t>
          </a:r>
          <a:r>
            <a:rPr lang="en-US" b="0" dirty="0" err="1"/>
            <a:t>liệu</a:t>
          </a:r>
          <a:r>
            <a:rPr lang="en-US" b="0" dirty="0"/>
            <a:t>.</a:t>
          </a:r>
        </a:p>
      </dgm:t>
    </dgm:pt>
    <dgm:pt modelId="{CD720725-D055-4D92-8823-8C031252FA72}" type="parTrans" cxnId="{9913053F-D364-4D15-9897-669AFD09922A}">
      <dgm:prSet/>
      <dgm:spPr/>
      <dgm:t>
        <a:bodyPr/>
        <a:lstStyle/>
        <a:p>
          <a:endParaRPr lang="en-US"/>
        </a:p>
      </dgm:t>
    </dgm:pt>
    <dgm:pt modelId="{78503D3F-4802-40F5-90C1-EDB783719D81}" type="sibTrans" cxnId="{9913053F-D364-4D15-9897-669AFD09922A}">
      <dgm:prSet/>
      <dgm:spPr/>
      <dgm:t>
        <a:bodyPr/>
        <a:lstStyle/>
        <a:p>
          <a:endParaRPr lang="en-US"/>
        </a:p>
      </dgm:t>
    </dgm:pt>
    <dgm:pt modelId="{D87DD1BE-FE4B-41CE-94AE-D465D972CB95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b="0" dirty="0" err="1"/>
            <a:t>Bị</a:t>
          </a:r>
          <a:r>
            <a:rPr lang="en-US" b="0" dirty="0"/>
            <a:t> </a:t>
          </a:r>
          <a:r>
            <a:rPr lang="en-US" b="0" dirty="0" err="1"/>
            <a:t>đánh</a:t>
          </a:r>
          <a:r>
            <a:rPr lang="en-US" b="0" dirty="0"/>
            <a:t> </a:t>
          </a:r>
          <a:r>
            <a:rPr lang="en-US" b="0" dirty="0" err="1"/>
            <a:t>cắp</a:t>
          </a:r>
          <a:r>
            <a:rPr lang="en-US" b="0" dirty="0"/>
            <a:t> </a:t>
          </a:r>
          <a:r>
            <a:rPr lang="en-US" b="0" dirty="0" err="1"/>
            <a:t>danh</a:t>
          </a:r>
          <a:r>
            <a:rPr lang="en-US" b="0" dirty="0"/>
            <a:t> </a:t>
          </a:r>
          <a:r>
            <a:rPr lang="en-US" b="0" dirty="0" err="1"/>
            <a:t>tính</a:t>
          </a:r>
          <a:r>
            <a:rPr lang="en-US" b="0" dirty="0"/>
            <a:t> </a:t>
          </a:r>
          <a:r>
            <a:rPr lang="en-US" b="0" dirty="0" err="1"/>
            <a:t>và</a:t>
          </a:r>
          <a:r>
            <a:rPr lang="en-US" b="0" dirty="0"/>
            <a:t> </a:t>
          </a:r>
          <a:r>
            <a:rPr lang="en-US" b="0" dirty="0" err="1"/>
            <a:t>thông</a:t>
          </a:r>
          <a:r>
            <a:rPr lang="en-US" b="0" dirty="0"/>
            <a:t> tin </a:t>
          </a:r>
          <a:r>
            <a:rPr lang="en-US" b="0" dirty="0" err="1"/>
            <a:t>cá</a:t>
          </a:r>
          <a:r>
            <a:rPr lang="en-US" b="0" dirty="0"/>
            <a:t> </a:t>
          </a:r>
          <a:r>
            <a:rPr lang="en-US" b="0" dirty="0" err="1"/>
            <a:t>nhân</a:t>
          </a:r>
          <a:endParaRPr lang="en-US" dirty="0"/>
        </a:p>
      </dgm:t>
    </dgm:pt>
    <dgm:pt modelId="{7462F3ED-18F5-4236-AC36-81C3D00F84EC}" type="parTrans" cxnId="{BF42ED51-A722-4D54-99B2-323C73BEFDFC}">
      <dgm:prSet/>
      <dgm:spPr/>
      <dgm:t>
        <a:bodyPr/>
        <a:lstStyle/>
        <a:p>
          <a:endParaRPr lang="en-US"/>
        </a:p>
      </dgm:t>
    </dgm:pt>
    <dgm:pt modelId="{47F2BFC1-6750-48BD-A645-7AE1A477A45A}" type="sibTrans" cxnId="{BF42ED51-A722-4D54-99B2-323C73BEFDFC}">
      <dgm:prSet/>
      <dgm:spPr/>
      <dgm:t>
        <a:bodyPr/>
        <a:lstStyle/>
        <a:p>
          <a:endParaRPr lang="en-US"/>
        </a:p>
      </dgm:t>
    </dgm:pt>
    <dgm:pt modelId="{2D07FF82-C090-4CBE-BC57-A87FE6B57514}">
      <dgm:prSet phldrT="[Text]"/>
      <dgm:spPr>
        <a:solidFill>
          <a:schemeClr val="accent5">
            <a:lumMod val="60000"/>
            <a:lumOff val="40000"/>
            <a:alpha val="90000"/>
          </a:schemeClr>
        </a:solidFill>
      </dgm:spPr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 b="0" dirty="0" err="1"/>
            <a:t>Đánh</a:t>
          </a:r>
          <a:r>
            <a:rPr lang="en-US" b="0" dirty="0"/>
            <a:t> </a:t>
          </a:r>
          <a:r>
            <a:rPr lang="en-US" b="0" dirty="0" err="1"/>
            <a:t>cắp</a:t>
          </a:r>
          <a:r>
            <a:rPr lang="en-US" b="0" dirty="0"/>
            <a:t> </a:t>
          </a:r>
          <a:r>
            <a:rPr lang="en-US" b="0" dirty="0" err="1"/>
            <a:t>thông</a:t>
          </a:r>
          <a:r>
            <a:rPr lang="en-US" b="0" dirty="0"/>
            <a:t> tin </a:t>
          </a:r>
          <a:r>
            <a:rPr lang="en-US" b="0" dirty="0" err="1"/>
            <a:t>đăng</a:t>
          </a:r>
          <a:r>
            <a:rPr lang="en-US" b="0" dirty="0"/>
            <a:t> </a:t>
          </a:r>
          <a:r>
            <a:rPr lang="en-US" b="0" dirty="0" err="1"/>
            <a:t>ký</a:t>
          </a:r>
          <a:r>
            <a:rPr lang="en-US" b="0" dirty="0"/>
            <a:t> </a:t>
          </a:r>
          <a:r>
            <a:rPr lang="en-US" b="0" dirty="0" err="1"/>
            <a:t>nhập</a:t>
          </a:r>
          <a:r>
            <a:rPr lang="en-US" b="0" dirty="0"/>
            <a:t> </a:t>
          </a:r>
          <a:r>
            <a:rPr lang="en-US" b="0" dirty="0" err="1"/>
            <a:t>học</a:t>
          </a:r>
          <a:r>
            <a:rPr lang="en-US" b="0" dirty="0"/>
            <a:t>, </a:t>
          </a:r>
          <a:r>
            <a:rPr lang="en-US" b="0" dirty="0" err="1"/>
            <a:t>thẻ</a:t>
          </a:r>
          <a:r>
            <a:rPr lang="en-US" b="0" dirty="0"/>
            <a:t> </a:t>
          </a:r>
          <a:r>
            <a:rPr lang="en-US" b="0" dirty="0" err="1"/>
            <a:t>căn</a:t>
          </a:r>
          <a:r>
            <a:rPr lang="en-US" b="0" dirty="0"/>
            <a:t> </a:t>
          </a:r>
          <a:r>
            <a:rPr lang="en-US" b="0" dirty="0" err="1"/>
            <a:t>cước</a:t>
          </a:r>
          <a:r>
            <a:rPr lang="en-US" b="0" dirty="0"/>
            <a:t>,</a:t>
          </a:r>
          <a:r>
            <a:rPr lang="en-US" b="1" dirty="0"/>
            <a:t> </a:t>
          </a:r>
          <a:r>
            <a:rPr lang="en-US" b="0" dirty="0" err="1"/>
            <a:t>Mở</a:t>
          </a:r>
          <a:r>
            <a:rPr lang="en-US" b="0" dirty="0"/>
            <a:t> </a:t>
          </a:r>
          <a:r>
            <a:rPr lang="en-US" b="0" dirty="0" err="1"/>
            <a:t>tài</a:t>
          </a:r>
          <a:r>
            <a:rPr lang="en-US" b="0" dirty="0"/>
            <a:t> </a:t>
          </a:r>
          <a:r>
            <a:rPr lang="en-US" b="0" dirty="0" err="1"/>
            <a:t>khoản</a:t>
          </a:r>
          <a:r>
            <a:rPr lang="en-US" b="0" dirty="0"/>
            <a:t> </a:t>
          </a:r>
          <a:r>
            <a:rPr lang="en-US" b="0" dirty="0" err="1"/>
            <a:t>giả</a:t>
          </a:r>
          <a:r>
            <a:rPr lang="en-US" b="0" dirty="0"/>
            <a:t> </a:t>
          </a:r>
          <a:r>
            <a:rPr lang="en-US" b="0" dirty="0" err="1"/>
            <a:t>mạo</a:t>
          </a:r>
          <a:r>
            <a:rPr lang="en-US" b="0" dirty="0"/>
            <a:t> </a:t>
          </a:r>
          <a:r>
            <a:rPr lang="en-US" b="0" dirty="0" err="1"/>
            <a:t>dưới</a:t>
          </a:r>
          <a:r>
            <a:rPr lang="en-US" b="0" dirty="0"/>
            <a:t> </a:t>
          </a:r>
          <a:r>
            <a:rPr lang="en-US" b="0" dirty="0" err="1"/>
            <a:t>tên</a:t>
          </a:r>
          <a:r>
            <a:rPr lang="en-US" b="0" dirty="0"/>
            <a:t> </a:t>
          </a:r>
          <a:r>
            <a:rPr lang="en-US" b="0" dirty="0" err="1"/>
            <a:t>nạn</a:t>
          </a:r>
          <a:r>
            <a:rPr lang="en-US" b="0" dirty="0"/>
            <a:t> </a:t>
          </a:r>
          <a:r>
            <a:rPr lang="en-US" b="0" dirty="0" err="1"/>
            <a:t>nhân</a:t>
          </a:r>
          <a:r>
            <a:rPr lang="en-US" b="0" dirty="0"/>
            <a:t>.</a:t>
          </a:r>
        </a:p>
      </dgm:t>
    </dgm:pt>
    <dgm:pt modelId="{82BFE4E5-4211-48ED-BBCE-29A00B58C0C9}" type="parTrans" cxnId="{FDD54813-D9B4-4047-8BE5-E4A8D3A0CF81}">
      <dgm:prSet/>
      <dgm:spPr/>
      <dgm:t>
        <a:bodyPr/>
        <a:lstStyle/>
        <a:p>
          <a:endParaRPr lang="en-US"/>
        </a:p>
      </dgm:t>
    </dgm:pt>
    <dgm:pt modelId="{24E09543-C76E-444F-AB97-EC5A7E081E26}" type="sibTrans" cxnId="{FDD54813-D9B4-4047-8BE5-E4A8D3A0CF81}">
      <dgm:prSet/>
      <dgm:spPr/>
      <dgm:t>
        <a:bodyPr/>
        <a:lstStyle/>
        <a:p>
          <a:endParaRPr lang="en-US"/>
        </a:p>
      </dgm:t>
    </dgm:pt>
    <dgm:pt modelId="{296D6460-C7D3-43F4-B579-536AFE21C04F}">
      <dgm:prSet phldrT="[Text]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US" b="0" dirty="0" err="1"/>
            <a:t>Bị</a:t>
          </a:r>
          <a:r>
            <a:rPr lang="en-US" b="0" dirty="0"/>
            <a:t> </a:t>
          </a:r>
          <a:r>
            <a:rPr lang="en-US" b="0" dirty="0" err="1"/>
            <a:t>quấy</a:t>
          </a:r>
          <a:r>
            <a:rPr lang="en-US" b="0" dirty="0"/>
            <a:t> </a:t>
          </a:r>
          <a:r>
            <a:rPr lang="en-US" b="0" dirty="0" err="1"/>
            <a:t>rối</a:t>
          </a:r>
          <a:r>
            <a:rPr lang="en-US" b="0" dirty="0"/>
            <a:t> </a:t>
          </a:r>
          <a:r>
            <a:rPr lang="en-US" b="0" dirty="0" err="1"/>
            <a:t>và</a:t>
          </a:r>
          <a:r>
            <a:rPr lang="en-US" b="0" dirty="0"/>
            <a:t> </a:t>
          </a:r>
          <a:r>
            <a:rPr lang="en-US" b="0" dirty="0" err="1"/>
            <a:t>bắt</a:t>
          </a:r>
          <a:r>
            <a:rPr lang="en-US" b="0" dirty="0"/>
            <a:t> </a:t>
          </a:r>
          <a:r>
            <a:rPr lang="en-US" b="0" dirty="0" err="1"/>
            <a:t>nạt</a:t>
          </a:r>
          <a:r>
            <a:rPr lang="en-US" b="0" dirty="0"/>
            <a:t> </a:t>
          </a:r>
          <a:r>
            <a:rPr lang="en-US" b="0" dirty="0" err="1"/>
            <a:t>trực</a:t>
          </a:r>
          <a:r>
            <a:rPr lang="en-US" b="0" dirty="0"/>
            <a:t> </a:t>
          </a:r>
          <a:r>
            <a:rPr lang="en-US" b="0" dirty="0" err="1"/>
            <a:t>tuyến</a:t>
          </a:r>
          <a:endParaRPr lang="en-US" dirty="0"/>
        </a:p>
      </dgm:t>
    </dgm:pt>
    <dgm:pt modelId="{80BDFB62-53B4-41BB-83B0-8D0BF3DF9D06}" type="parTrans" cxnId="{312AB792-71CF-4FD9-B686-C2CF312C27F2}">
      <dgm:prSet/>
      <dgm:spPr/>
      <dgm:t>
        <a:bodyPr/>
        <a:lstStyle/>
        <a:p>
          <a:endParaRPr lang="en-US"/>
        </a:p>
      </dgm:t>
    </dgm:pt>
    <dgm:pt modelId="{D7A47608-1084-4C40-9701-D4FD88A5145D}" type="sibTrans" cxnId="{312AB792-71CF-4FD9-B686-C2CF312C27F2}">
      <dgm:prSet/>
      <dgm:spPr/>
      <dgm:t>
        <a:bodyPr/>
        <a:lstStyle/>
        <a:p>
          <a:endParaRPr lang="en-US"/>
        </a:p>
      </dgm:t>
    </dgm:pt>
    <dgm:pt modelId="{A16EE8F2-8495-40ED-8B6C-5C8928A74747}">
      <dgm:prSet phldrT="[Text]"/>
      <dgm:spPr>
        <a:solidFill>
          <a:schemeClr val="accent1">
            <a:lumMod val="60000"/>
            <a:lumOff val="40000"/>
            <a:alpha val="90000"/>
          </a:schemeClr>
        </a:solidFill>
      </dgm:spPr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n-US" b="0" dirty="0"/>
            <a:t>Bình </a:t>
          </a:r>
          <a:r>
            <a:rPr lang="en-US" b="0" dirty="0" err="1"/>
            <a:t>luận</a:t>
          </a:r>
          <a:r>
            <a:rPr lang="en-US" b="0" dirty="0"/>
            <a:t> </a:t>
          </a:r>
          <a:r>
            <a:rPr lang="en-US" b="0" dirty="0" err="1"/>
            <a:t>tiêu</a:t>
          </a:r>
          <a:r>
            <a:rPr lang="en-US" b="0" dirty="0"/>
            <a:t> </a:t>
          </a:r>
          <a:r>
            <a:rPr lang="en-US" b="0" dirty="0" err="1"/>
            <a:t>cực</a:t>
          </a:r>
          <a:r>
            <a:rPr lang="en-US" b="0" dirty="0"/>
            <a:t>, </a:t>
          </a:r>
          <a:r>
            <a:rPr lang="en-US" b="0" dirty="0" err="1"/>
            <a:t>công</a:t>
          </a:r>
          <a:r>
            <a:rPr lang="en-US" b="0" dirty="0"/>
            <a:t> </a:t>
          </a:r>
          <a:r>
            <a:rPr lang="en-US" b="0" dirty="0" err="1"/>
            <a:t>kích</a:t>
          </a:r>
          <a:r>
            <a:rPr lang="en-US" b="0" dirty="0"/>
            <a:t> </a:t>
          </a:r>
          <a:r>
            <a:rPr lang="en-US" b="0" dirty="0" err="1"/>
            <a:t>trên</a:t>
          </a:r>
          <a:r>
            <a:rPr lang="en-US" b="0" dirty="0"/>
            <a:t> </a:t>
          </a:r>
          <a:r>
            <a:rPr lang="en-US" b="0" dirty="0" err="1"/>
            <a:t>mạng</a:t>
          </a:r>
          <a:r>
            <a:rPr lang="en-US" b="0" dirty="0"/>
            <a:t> </a:t>
          </a:r>
          <a:r>
            <a:rPr lang="en-US" b="0" dirty="0" err="1"/>
            <a:t>xã</a:t>
          </a:r>
          <a:r>
            <a:rPr lang="en-US" b="0" dirty="0"/>
            <a:t> </a:t>
          </a:r>
          <a:r>
            <a:rPr lang="en-US" b="0" dirty="0" err="1"/>
            <a:t>hội</a:t>
          </a:r>
          <a:r>
            <a:rPr lang="en-US" b="0" dirty="0"/>
            <a:t>, tin </a:t>
          </a:r>
          <a:r>
            <a:rPr lang="en-US" b="0" dirty="0" err="1"/>
            <a:t>nhắn</a:t>
          </a:r>
          <a:r>
            <a:rPr lang="en-US" b="0" dirty="0"/>
            <a:t> </a:t>
          </a:r>
          <a:r>
            <a:rPr lang="en-US" b="0" dirty="0" err="1"/>
            <a:t>đe</a:t>
          </a:r>
          <a:r>
            <a:rPr lang="en-US" b="0" dirty="0"/>
            <a:t> </a:t>
          </a:r>
          <a:r>
            <a:rPr lang="en-US" b="0" dirty="0" err="1"/>
            <a:t>dọa</a:t>
          </a:r>
          <a:r>
            <a:rPr lang="en-US" b="0" dirty="0"/>
            <a:t>, </a:t>
          </a:r>
          <a:r>
            <a:rPr lang="en-US" b="0" dirty="0" err="1"/>
            <a:t>làm</a:t>
          </a:r>
          <a:r>
            <a:rPr lang="en-US" b="0" dirty="0"/>
            <a:t> </a:t>
          </a:r>
          <a:r>
            <a:rPr lang="en-US" b="0" dirty="0" err="1"/>
            <a:t>phiền</a:t>
          </a:r>
          <a:r>
            <a:rPr lang="en-US" b="1" dirty="0"/>
            <a:t>.</a:t>
          </a:r>
          <a:endParaRPr lang="en-US" b="0" dirty="0"/>
        </a:p>
      </dgm:t>
    </dgm:pt>
    <dgm:pt modelId="{DADB630A-D4ED-4DB0-93C4-AF012B285A83}" type="parTrans" cxnId="{0E6638AF-4C98-450C-9FA9-BF4B5A44C53A}">
      <dgm:prSet/>
      <dgm:spPr/>
      <dgm:t>
        <a:bodyPr/>
        <a:lstStyle/>
        <a:p>
          <a:endParaRPr lang="en-US"/>
        </a:p>
      </dgm:t>
    </dgm:pt>
    <dgm:pt modelId="{8F362195-0850-44A6-B6A4-C2CABCEE2474}" type="sibTrans" cxnId="{0E6638AF-4C98-450C-9FA9-BF4B5A44C53A}">
      <dgm:prSet/>
      <dgm:spPr/>
      <dgm:t>
        <a:bodyPr/>
        <a:lstStyle/>
        <a:p>
          <a:endParaRPr lang="en-US"/>
        </a:p>
      </dgm:t>
    </dgm:pt>
    <dgm:pt modelId="{4C187C92-4A84-4928-8B28-ED4D4D5107EE}" type="pres">
      <dgm:prSet presAssocID="{01DCB090-C6B7-45E1-AF58-971B4E2E4E21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0D0CE7E6-5147-4F9E-AF39-23E75E77E54B}" type="pres">
      <dgm:prSet presAssocID="{01DCB090-C6B7-45E1-AF58-971B4E2E4E21}" presName="children" presStyleCnt="0"/>
      <dgm:spPr/>
    </dgm:pt>
    <dgm:pt modelId="{9D874E4B-E6DB-49BA-BFCF-70E81C39F259}" type="pres">
      <dgm:prSet presAssocID="{01DCB090-C6B7-45E1-AF58-971B4E2E4E21}" presName="child1group" presStyleCnt="0"/>
      <dgm:spPr/>
    </dgm:pt>
    <dgm:pt modelId="{AD0C3521-96B0-4628-A833-763A465B4F44}" type="pres">
      <dgm:prSet presAssocID="{01DCB090-C6B7-45E1-AF58-971B4E2E4E21}" presName="child1" presStyleLbl="bgAcc1" presStyleIdx="0" presStyleCnt="4" custScaleX="102126"/>
      <dgm:spPr/>
    </dgm:pt>
    <dgm:pt modelId="{0C9B63E2-8730-4DE9-B422-6A8F7AF02FC0}" type="pres">
      <dgm:prSet presAssocID="{01DCB090-C6B7-45E1-AF58-971B4E2E4E21}" presName="child1Text" presStyleLbl="bgAcc1" presStyleIdx="0" presStyleCnt="4">
        <dgm:presLayoutVars>
          <dgm:bulletEnabled val="1"/>
        </dgm:presLayoutVars>
      </dgm:prSet>
      <dgm:spPr/>
    </dgm:pt>
    <dgm:pt modelId="{66035B09-DE67-4D17-93EE-5CF82EF6FF09}" type="pres">
      <dgm:prSet presAssocID="{01DCB090-C6B7-45E1-AF58-971B4E2E4E21}" presName="child2group" presStyleCnt="0"/>
      <dgm:spPr/>
    </dgm:pt>
    <dgm:pt modelId="{763FB5E3-D07F-4E66-85E7-A3DF0A3C5252}" type="pres">
      <dgm:prSet presAssocID="{01DCB090-C6B7-45E1-AF58-971B4E2E4E21}" presName="child2" presStyleLbl="bgAcc1" presStyleIdx="1" presStyleCnt="4"/>
      <dgm:spPr/>
    </dgm:pt>
    <dgm:pt modelId="{7FAB49F5-9356-4320-AAE7-C04A50CBF3FA}" type="pres">
      <dgm:prSet presAssocID="{01DCB090-C6B7-45E1-AF58-971B4E2E4E21}" presName="child2Text" presStyleLbl="bgAcc1" presStyleIdx="1" presStyleCnt="4">
        <dgm:presLayoutVars>
          <dgm:bulletEnabled val="1"/>
        </dgm:presLayoutVars>
      </dgm:prSet>
      <dgm:spPr/>
    </dgm:pt>
    <dgm:pt modelId="{ED44BEC0-CF3C-4962-ABE9-35A5E6E14991}" type="pres">
      <dgm:prSet presAssocID="{01DCB090-C6B7-45E1-AF58-971B4E2E4E21}" presName="child3group" presStyleCnt="0"/>
      <dgm:spPr/>
    </dgm:pt>
    <dgm:pt modelId="{E358D54C-D377-49B8-9743-DA6C3BA4F196}" type="pres">
      <dgm:prSet presAssocID="{01DCB090-C6B7-45E1-AF58-971B4E2E4E21}" presName="child3" presStyleLbl="bgAcc1" presStyleIdx="2" presStyleCnt="4"/>
      <dgm:spPr/>
    </dgm:pt>
    <dgm:pt modelId="{4A63010A-4C2A-4C03-98BF-224F9E62A048}" type="pres">
      <dgm:prSet presAssocID="{01DCB090-C6B7-45E1-AF58-971B4E2E4E21}" presName="child3Text" presStyleLbl="bgAcc1" presStyleIdx="2" presStyleCnt="4">
        <dgm:presLayoutVars>
          <dgm:bulletEnabled val="1"/>
        </dgm:presLayoutVars>
      </dgm:prSet>
      <dgm:spPr/>
    </dgm:pt>
    <dgm:pt modelId="{6045C280-995E-4920-9C32-35E3C5419F62}" type="pres">
      <dgm:prSet presAssocID="{01DCB090-C6B7-45E1-AF58-971B4E2E4E21}" presName="child4group" presStyleCnt="0"/>
      <dgm:spPr/>
    </dgm:pt>
    <dgm:pt modelId="{E750D873-1F51-47EF-827F-4D9981CAC725}" type="pres">
      <dgm:prSet presAssocID="{01DCB090-C6B7-45E1-AF58-971B4E2E4E21}" presName="child4" presStyleLbl="bgAcc1" presStyleIdx="3" presStyleCnt="4"/>
      <dgm:spPr/>
    </dgm:pt>
    <dgm:pt modelId="{CF88F2FB-2EB4-4B48-8B14-F6024DFB27C4}" type="pres">
      <dgm:prSet presAssocID="{01DCB090-C6B7-45E1-AF58-971B4E2E4E21}" presName="child4Text" presStyleLbl="bgAcc1" presStyleIdx="3" presStyleCnt="4">
        <dgm:presLayoutVars>
          <dgm:bulletEnabled val="1"/>
        </dgm:presLayoutVars>
      </dgm:prSet>
      <dgm:spPr/>
    </dgm:pt>
    <dgm:pt modelId="{D0760093-E1B3-41CA-97E7-A3CFF7A55712}" type="pres">
      <dgm:prSet presAssocID="{01DCB090-C6B7-45E1-AF58-971B4E2E4E21}" presName="childPlaceholder" presStyleCnt="0"/>
      <dgm:spPr/>
    </dgm:pt>
    <dgm:pt modelId="{4BE82565-1A2E-4C26-A862-3D32686404A5}" type="pres">
      <dgm:prSet presAssocID="{01DCB090-C6B7-45E1-AF58-971B4E2E4E21}" presName="circle" presStyleCnt="0"/>
      <dgm:spPr/>
    </dgm:pt>
    <dgm:pt modelId="{CD1D3EDB-5BD4-48DE-A94A-EAAC31FB66FF}" type="pres">
      <dgm:prSet presAssocID="{01DCB090-C6B7-45E1-AF58-971B4E2E4E21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493105D9-2180-4010-9ABC-D7B36EA0BCD5}" type="pres">
      <dgm:prSet presAssocID="{01DCB090-C6B7-45E1-AF58-971B4E2E4E21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5B487613-6EC3-4870-A984-99E0BA38A2FF}" type="pres">
      <dgm:prSet presAssocID="{01DCB090-C6B7-45E1-AF58-971B4E2E4E21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3375441C-BB82-4039-A934-C2EB8F1BC1EF}" type="pres">
      <dgm:prSet presAssocID="{01DCB090-C6B7-45E1-AF58-971B4E2E4E21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CB4F580B-1511-4C3B-89B2-5E23712AC6C1}" type="pres">
      <dgm:prSet presAssocID="{01DCB090-C6B7-45E1-AF58-971B4E2E4E21}" presName="quadrantPlaceholder" presStyleCnt="0"/>
      <dgm:spPr/>
    </dgm:pt>
    <dgm:pt modelId="{A396397E-F30D-4630-82DA-EFB4B2B99528}" type="pres">
      <dgm:prSet presAssocID="{01DCB090-C6B7-45E1-AF58-971B4E2E4E21}" presName="center1" presStyleLbl="fgShp" presStyleIdx="0" presStyleCnt="2" custLinFactNeighborX="0" custLinFactNeighborY="5287"/>
      <dgm:spPr/>
    </dgm:pt>
    <dgm:pt modelId="{36A1C279-1A83-46F0-A6C9-76AA8A92AF7F}" type="pres">
      <dgm:prSet presAssocID="{01DCB090-C6B7-45E1-AF58-971B4E2E4E21}" presName="center2" presStyleLbl="fgShp" presStyleIdx="1" presStyleCnt="2"/>
      <dgm:spPr/>
    </dgm:pt>
  </dgm:ptLst>
  <dgm:cxnLst>
    <dgm:cxn modelId="{08E1ED05-2A81-48E9-AAA9-A462AE67F60F}" srcId="{01DCB090-C6B7-45E1-AF58-971B4E2E4E21}" destId="{E06590FC-5114-4A63-93DD-8B5B34AAFE6F}" srcOrd="0" destOrd="0" parTransId="{01DABCF5-C3B0-4C6E-B020-75AD5F74141C}" sibTransId="{8F54E8F4-0123-4907-8FFA-A5DD102F0450}"/>
    <dgm:cxn modelId="{F851ED0C-A18C-4CBB-ACA2-EA9F19FAD6FE}" type="presOf" srcId="{F901C3E8-C896-4D73-962C-7C96FFB4BFAE}" destId="{493105D9-2180-4010-9ABC-D7B36EA0BCD5}" srcOrd="0" destOrd="0" presId="urn:microsoft.com/office/officeart/2005/8/layout/cycle4"/>
    <dgm:cxn modelId="{FDD54813-D9B4-4047-8BE5-E4A8D3A0CF81}" srcId="{D87DD1BE-FE4B-41CE-94AE-D465D972CB95}" destId="{2D07FF82-C090-4CBE-BC57-A87FE6B57514}" srcOrd="0" destOrd="0" parTransId="{82BFE4E5-4211-48ED-BBCE-29A00B58C0C9}" sibTransId="{24E09543-C76E-444F-AB97-EC5A7E081E26}"/>
    <dgm:cxn modelId="{55D1C613-78F2-4094-94A8-DE917CFEC9C7}" type="presOf" srcId="{A16EE8F2-8495-40ED-8B6C-5C8928A74747}" destId="{E750D873-1F51-47EF-827F-4D9981CAC725}" srcOrd="0" destOrd="0" presId="urn:microsoft.com/office/officeart/2005/8/layout/cycle4"/>
    <dgm:cxn modelId="{F3518716-A77D-45CE-BCE6-4C23FCD1D9F6}" type="presOf" srcId="{6080131F-1B9A-46CF-BEAE-BF71D328C72B}" destId="{AD0C3521-96B0-4628-A833-763A465B4F44}" srcOrd="0" destOrd="0" presId="urn:microsoft.com/office/officeart/2005/8/layout/cycle4"/>
    <dgm:cxn modelId="{3DF62B1C-3A71-4A47-BAD8-6099F1DE0684}" type="presOf" srcId="{296D6460-C7D3-43F4-B579-536AFE21C04F}" destId="{3375441C-BB82-4039-A934-C2EB8F1BC1EF}" srcOrd="0" destOrd="0" presId="urn:microsoft.com/office/officeart/2005/8/layout/cycle4"/>
    <dgm:cxn modelId="{9913053F-D364-4D15-9897-669AFD09922A}" srcId="{F901C3E8-C896-4D73-962C-7C96FFB4BFAE}" destId="{0E5DADF3-9358-448F-BE48-D010367DB5A8}" srcOrd="0" destOrd="0" parTransId="{CD720725-D055-4D92-8823-8C031252FA72}" sibTransId="{78503D3F-4802-40F5-90C1-EDB783719D81}"/>
    <dgm:cxn modelId="{0B02C749-57F4-4B57-8EF6-7A59B68DF8E9}" type="presOf" srcId="{0E5DADF3-9358-448F-BE48-D010367DB5A8}" destId="{7FAB49F5-9356-4320-AAE7-C04A50CBF3FA}" srcOrd="1" destOrd="0" presId="urn:microsoft.com/office/officeart/2005/8/layout/cycle4"/>
    <dgm:cxn modelId="{C74EAC4A-5D9E-4229-9172-6AC01328D463}" srcId="{E06590FC-5114-4A63-93DD-8B5B34AAFE6F}" destId="{6080131F-1B9A-46CF-BEAE-BF71D328C72B}" srcOrd="0" destOrd="0" parTransId="{D8B16CA9-20CA-48DA-BCAB-0F6160D4059B}" sibTransId="{CD8235C7-CAD2-4A61-B66F-FA6FC43F4EDE}"/>
    <dgm:cxn modelId="{FB17F16D-EE0F-4047-B4B5-44012E648D28}" type="presOf" srcId="{2D07FF82-C090-4CBE-BC57-A87FE6B57514}" destId="{4A63010A-4C2A-4C03-98BF-224F9E62A048}" srcOrd="1" destOrd="0" presId="urn:microsoft.com/office/officeart/2005/8/layout/cycle4"/>
    <dgm:cxn modelId="{BF42ED51-A722-4D54-99B2-323C73BEFDFC}" srcId="{01DCB090-C6B7-45E1-AF58-971B4E2E4E21}" destId="{D87DD1BE-FE4B-41CE-94AE-D465D972CB95}" srcOrd="2" destOrd="0" parTransId="{7462F3ED-18F5-4236-AC36-81C3D00F84EC}" sibTransId="{47F2BFC1-6750-48BD-A645-7AE1A477A45A}"/>
    <dgm:cxn modelId="{953F0252-7C46-4CD3-8B0D-9BA06D2C5DBC}" type="presOf" srcId="{A16EE8F2-8495-40ED-8B6C-5C8928A74747}" destId="{CF88F2FB-2EB4-4B48-8B14-F6024DFB27C4}" srcOrd="1" destOrd="0" presId="urn:microsoft.com/office/officeart/2005/8/layout/cycle4"/>
    <dgm:cxn modelId="{7AC9AE82-5B7B-4026-856D-B5AE72C5E830}" type="presOf" srcId="{0E5DADF3-9358-448F-BE48-D010367DB5A8}" destId="{763FB5E3-D07F-4E66-85E7-A3DF0A3C5252}" srcOrd="0" destOrd="0" presId="urn:microsoft.com/office/officeart/2005/8/layout/cycle4"/>
    <dgm:cxn modelId="{0EFCB08E-21EE-4224-AF28-7CB1CE7529DE}" type="presOf" srcId="{E06590FC-5114-4A63-93DD-8B5B34AAFE6F}" destId="{CD1D3EDB-5BD4-48DE-A94A-EAAC31FB66FF}" srcOrd="0" destOrd="0" presId="urn:microsoft.com/office/officeart/2005/8/layout/cycle4"/>
    <dgm:cxn modelId="{312AB792-71CF-4FD9-B686-C2CF312C27F2}" srcId="{01DCB090-C6B7-45E1-AF58-971B4E2E4E21}" destId="{296D6460-C7D3-43F4-B579-536AFE21C04F}" srcOrd="3" destOrd="0" parTransId="{80BDFB62-53B4-41BB-83B0-8D0BF3DF9D06}" sibTransId="{D7A47608-1084-4C40-9701-D4FD88A5145D}"/>
    <dgm:cxn modelId="{1A37A5AE-0F1A-484B-AC34-66611C2B898E}" type="presOf" srcId="{6080131F-1B9A-46CF-BEAE-BF71D328C72B}" destId="{0C9B63E2-8730-4DE9-B422-6A8F7AF02FC0}" srcOrd="1" destOrd="0" presId="urn:microsoft.com/office/officeart/2005/8/layout/cycle4"/>
    <dgm:cxn modelId="{0E6638AF-4C98-450C-9FA9-BF4B5A44C53A}" srcId="{296D6460-C7D3-43F4-B579-536AFE21C04F}" destId="{A16EE8F2-8495-40ED-8B6C-5C8928A74747}" srcOrd="0" destOrd="0" parTransId="{DADB630A-D4ED-4DB0-93C4-AF012B285A83}" sibTransId="{8F362195-0850-44A6-B6A4-C2CABCEE2474}"/>
    <dgm:cxn modelId="{94D804D1-40CE-40CA-9340-A5AD8616683A}" type="presOf" srcId="{2D07FF82-C090-4CBE-BC57-A87FE6B57514}" destId="{E358D54C-D377-49B8-9743-DA6C3BA4F196}" srcOrd="0" destOrd="0" presId="urn:microsoft.com/office/officeart/2005/8/layout/cycle4"/>
    <dgm:cxn modelId="{FA8109D4-89CE-41BB-A8F3-F1B83D3F43F2}" type="presOf" srcId="{D87DD1BE-FE4B-41CE-94AE-D465D972CB95}" destId="{5B487613-6EC3-4870-A984-99E0BA38A2FF}" srcOrd="0" destOrd="0" presId="urn:microsoft.com/office/officeart/2005/8/layout/cycle4"/>
    <dgm:cxn modelId="{0EC4B9FA-51C4-4093-A428-858776231538}" type="presOf" srcId="{01DCB090-C6B7-45E1-AF58-971B4E2E4E21}" destId="{4C187C92-4A84-4928-8B28-ED4D4D5107EE}" srcOrd="0" destOrd="0" presId="urn:microsoft.com/office/officeart/2005/8/layout/cycle4"/>
    <dgm:cxn modelId="{581723FB-55D6-4E57-AAD5-3143240C7620}" srcId="{01DCB090-C6B7-45E1-AF58-971B4E2E4E21}" destId="{F901C3E8-C896-4D73-962C-7C96FFB4BFAE}" srcOrd="1" destOrd="0" parTransId="{D4EB8B37-87DC-4715-AA2F-0FE68FE19D26}" sibTransId="{91F62342-C3DC-4D36-A16B-AD4F0E9DC602}"/>
    <dgm:cxn modelId="{43636BF3-2045-46A7-BD24-FFFF07F557B3}" type="presParOf" srcId="{4C187C92-4A84-4928-8B28-ED4D4D5107EE}" destId="{0D0CE7E6-5147-4F9E-AF39-23E75E77E54B}" srcOrd="0" destOrd="0" presId="urn:microsoft.com/office/officeart/2005/8/layout/cycle4"/>
    <dgm:cxn modelId="{02DE0386-5D62-422C-856C-EDACF1B2FBD0}" type="presParOf" srcId="{0D0CE7E6-5147-4F9E-AF39-23E75E77E54B}" destId="{9D874E4B-E6DB-49BA-BFCF-70E81C39F259}" srcOrd="0" destOrd="0" presId="urn:microsoft.com/office/officeart/2005/8/layout/cycle4"/>
    <dgm:cxn modelId="{F0598DE4-D817-48B2-83CA-F38EFA352334}" type="presParOf" srcId="{9D874E4B-E6DB-49BA-BFCF-70E81C39F259}" destId="{AD0C3521-96B0-4628-A833-763A465B4F44}" srcOrd="0" destOrd="0" presId="urn:microsoft.com/office/officeart/2005/8/layout/cycle4"/>
    <dgm:cxn modelId="{574B0122-1841-4B42-88DD-12BC5491C69C}" type="presParOf" srcId="{9D874E4B-E6DB-49BA-BFCF-70E81C39F259}" destId="{0C9B63E2-8730-4DE9-B422-6A8F7AF02FC0}" srcOrd="1" destOrd="0" presId="urn:microsoft.com/office/officeart/2005/8/layout/cycle4"/>
    <dgm:cxn modelId="{67260B63-DA02-47EC-B90E-B70F731B8C40}" type="presParOf" srcId="{0D0CE7E6-5147-4F9E-AF39-23E75E77E54B}" destId="{66035B09-DE67-4D17-93EE-5CF82EF6FF09}" srcOrd="1" destOrd="0" presId="urn:microsoft.com/office/officeart/2005/8/layout/cycle4"/>
    <dgm:cxn modelId="{36085F0D-9CF6-4574-ACCE-89E40BADE24D}" type="presParOf" srcId="{66035B09-DE67-4D17-93EE-5CF82EF6FF09}" destId="{763FB5E3-D07F-4E66-85E7-A3DF0A3C5252}" srcOrd="0" destOrd="0" presId="urn:microsoft.com/office/officeart/2005/8/layout/cycle4"/>
    <dgm:cxn modelId="{BF6265D9-3E2D-4F38-88E0-03B9371D01D3}" type="presParOf" srcId="{66035B09-DE67-4D17-93EE-5CF82EF6FF09}" destId="{7FAB49F5-9356-4320-AAE7-C04A50CBF3FA}" srcOrd="1" destOrd="0" presId="urn:microsoft.com/office/officeart/2005/8/layout/cycle4"/>
    <dgm:cxn modelId="{81D689C0-7BBC-4B64-BB6D-A94D8F05E180}" type="presParOf" srcId="{0D0CE7E6-5147-4F9E-AF39-23E75E77E54B}" destId="{ED44BEC0-CF3C-4962-ABE9-35A5E6E14991}" srcOrd="2" destOrd="0" presId="urn:microsoft.com/office/officeart/2005/8/layout/cycle4"/>
    <dgm:cxn modelId="{6A26BA63-C754-4313-9B4F-B0C03DF4C723}" type="presParOf" srcId="{ED44BEC0-CF3C-4962-ABE9-35A5E6E14991}" destId="{E358D54C-D377-49B8-9743-DA6C3BA4F196}" srcOrd="0" destOrd="0" presId="urn:microsoft.com/office/officeart/2005/8/layout/cycle4"/>
    <dgm:cxn modelId="{23B3DDD5-52FF-4C80-9FFA-5DC1B0986E40}" type="presParOf" srcId="{ED44BEC0-CF3C-4962-ABE9-35A5E6E14991}" destId="{4A63010A-4C2A-4C03-98BF-224F9E62A048}" srcOrd="1" destOrd="0" presId="urn:microsoft.com/office/officeart/2005/8/layout/cycle4"/>
    <dgm:cxn modelId="{00F9B076-872C-4AF6-953E-65721548E363}" type="presParOf" srcId="{0D0CE7E6-5147-4F9E-AF39-23E75E77E54B}" destId="{6045C280-995E-4920-9C32-35E3C5419F62}" srcOrd="3" destOrd="0" presId="urn:microsoft.com/office/officeart/2005/8/layout/cycle4"/>
    <dgm:cxn modelId="{5DA6E104-8887-4B66-B18C-2FB89356B499}" type="presParOf" srcId="{6045C280-995E-4920-9C32-35E3C5419F62}" destId="{E750D873-1F51-47EF-827F-4D9981CAC725}" srcOrd="0" destOrd="0" presId="urn:microsoft.com/office/officeart/2005/8/layout/cycle4"/>
    <dgm:cxn modelId="{15C0FFE3-A6DC-48BF-9640-B5D3B48614E6}" type="presParOf" srcId="{6045C280-995E-4920-9C32-35E3C5419F62}" destId="{CF88F2FB-2EB4-4B48-8B14-F6024DFB27C4}" srcOrd="1" destOrd="0" presId="urn:microsoft.com/office/officeart/2005/8/layout/cycle4"/>
    <dgm:cxn modelId="{DE9B20F3-5081-4C6B-BE09-695FF4FA18A6}" type="presParOf" srcId="{0D0CE7E6-5147-4F9E-AF39-23E75E77E54B}" destId="{D0760093-E1B3-41CA-97E7-A3CFF7A55712}" srcOrd="4" destOrd="0" presId="urn:microsoft.com/office/officeart/2005/8/layout/cycle4"/>
    <dgm:cxn modelId="{5669DAAC-CA7B-4D1B-B622-76A662B907CC}" type="presParOf" srcId="{4C187C92-4A84-4928-8B28-ED4D4D5107EE}" destId="{4BE82565-1A2E-4C26-A862-3D32686404A5}" srcOrd="1" destOrd="0" presId="urn:microsoft.com/office/officeart/2005/8/layout/cycle4"/>
    <dgm:cxn modelId="{2FB44E0E-EA4C-4860-9EE0-171CFF8BEFE5}" type="presParOf" srcId="{4BE82565-1A2E-4C26-A862-3D32686404A5}" destId="{CD1D3EDB-5BD4-48DE-A94A-EAAC31FB66FF}" srcOrd="0" destOrd="0" presId="urn:microsoft.com/office/officeart/2005/8/layout/cycle4"/>
    <dgm:cxn modelId="{3DDFE31B-E307-4918-87DA-9743348BE048}" type="presParOf" srcId="{4BE82565-1A2E-4C26-A862-3D32686404A5}" destId="{493105D9-2180-4010-9ABC-D7B36EA0BCD5}" srcOrd="1" destOrd="0" presId="urn:microsoft.com/office/officeart/2005/8/layout/cycle4"/>
    <dgm:cxn modelId="{861FC3BE-A32F-47CD-9D9B-6A04571856A0}" type="presParOf" srcId="{4BE82565-1A2E-4C26-A862-3D32686404A5}" destId="{5B487613-6EC3-4870-A984-99E0BA38A2FF}" srcOrd="2" destOrd="0" presId="urn:microsoft.com/office/officeart/2005/8/layout/cycle4"/>
    <dgm:cxn modelId="{F5F8087F-3F80-4391-8847-A26D11595259}" type="presParOf" srcId="{4BE82565-1A2E-4C26-A862-3D32686404A5}" destId="{3375441C-BB82-4039-A934-C2EB8F1BC1EF}" srcOrd="3" destOrd="0" presId="urn:microsoft.com/office/officeart/2005/8/layout/cycle4"/>
    <dgm:cxn modelId="{187899C5-574D-4445-89A1-55135BD20100}" type="presParOf" srcId="{4BE82565-1A2E-4C26-A862-3D32686404A5}" destId="{CB4F580B-1511-4C3B-89B2-5E23712AC6C1}" srcOrd="4" destOrd="0" presId="urn:microsoft.com/office/officeart/2005/8/layout/cycle4"/>
    <dgm:cxn modelId="{0BE8D95C-B0CC-4401-95B6-0284FECE27E7}" type="presParOf" srcId="{4C187C92-4A84-4928-8B28-ED4D4D5107EE}" destId="{A396397E-F30D-4630-82DA-EFB4B2B99528}" srcOrd="2" destOrd="0" presId="urn:microsoft.com/office/officeart/2005/8/layout/cycle4"/>
    <dgm:cxn modelId="{60EF51FD-B85D-43DC-963B-2501D674CE15}" type="presParOf" srcId="{4C187C92-4A84-4928-8B28-ED4D4D5107EE}" destId="{36A1C279-1A83-46F0-A6C9-76AA8A92AF7F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58D54C-D377-49B8-9743-DA6C3BA4F196}">
      <dsp:nvSpPr>
        <dsp:cNvPr id="0" name=""/>
        <dsp:cNvSpPr/>
      </dsp:nvSpPr>
      <dsp:spPr>
        <a:xfrm>
          <a:off x="6165864" y="3892711"/>
          <a:ext cx="2827940" cy="1831864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1400" b="0" kern="1200" dirty="0" err="1"/>
            <a:t>Đánh</a:t>
          </a:r>
          <a:r>
            <a:rPr lang="en-US" sz="1400" b="0" kern="1200" dirty="0"/>
            <a:t> </a:t>
          </a:r>
          <a:r>
            <a:rPr lang="en-US" sz="1400" b="0" kern="1200" dirty="0" err="1"/>
            <a:t>cắp</a:t>
          </a:r>
          <a:r>
            <a:rPr lang="en-US" sz="1400" b="0" kern="1200" dirty="0"/>
            <a:t> </a:t>
          </a:r>
          <a:r>
            <a:rPr lang="en-US" sz="1400" b="0" kern="1200" dirty="0" err="1"/>
            <a:t>thông</a:t>
          </a:r>
          <a:r>
            <a:rPr lang="en-US" sz="1400" b="0" kern="1200" dirty="0"/>
            <a:t> tin </a:t>
          </a:r>
          <a:r>
            <a:rPr lang="en-US" sz="1400" b="0" kern="1200" dirty="0" err="1"/>
            <a:t>đăng</a:t>
          </a:r>
          <a:r>
            <a:rPr lang="en-US" sz="1400" b="0" kern="1200" dirty="0"/>
            <a:t> </a:t>
          </a:r>
          <a:r>
            <a:rPr lang="en-US" sz="1400" b="0" kern="1200" dirty="0" err="1"/>
            <a:t>ký</a:t>
          </a:r>
          <a:r>
            <a:rPr lang="en-US" sz="1400" b="0" kern="1200" dirty="0"/>
            <a:t> </a:t>
          </a:r>
          <a:r>
            <a:rPr lang="en-US" sz="1400" b="0" kern="1200" dirty="0" err="1"/>
            <a:t>nhập</a:t>
          </a:r>
          <a:r>
            <a:rPr lang="en-US" sz="1400" b="0" kern="1200" dirty="0"/>
            <a:t> </a:t>
          </a:r>
          <a:r>
            <a:rPr lang="en-US" sz="1400" b="0" kern="1200" dirty="0" err="1"/>
            <a:t>học</a:t>
          </a:r>
          <a:r>
            <a:rPr lang="en-US" sz="1400" b="0" kern="1200" dirty="0"/>
            <a:t>, </a:t>
          </a:r>
          <a:r>
            <a:rPr lang="en-US" sz="1400" b="0" kern="1200" dirty="0" err="1"/>
            <a:t>thẻ</a:t>
          </a:r>
          <a:r>
            <a:rPr lang="en-US" sz="1400" b="0" kern="1200" dirty="0"/>
            <a:t> </a:t>
          </a:r>
          <a:r>
            <a:rPr lang="en-US" sz="1400" b="0" kern="1200" dirty="0" err="1"/>
            <a:t>căn</a:t>
          </a:r>
          <a:r>
            <a:rPr lang="en-US" sz="1400" b="0" kern="1200" dirty="0"/>
            <a:t> </a:t>
          </a:r>
          <a:r>
            <a:rPr lang="en-US" sz="1400" b="0" kern="1200" dirty="0" err="1"/>
            <a:t>cước</a:t>
          </a:r>
          <a:r>
            <a:rPr lang="en-US" sz="1400" b="0" kern="1200" dirty="0"/>
            <a:t>,</a:t>
          </a:r>
          <a:r>
            <a:rPr lang="en-US" sz="1400" b="1" kern="1200" dirty="0"/>
            <a:t> </a:t>
          </a:r>
          <a:r>
            <a:rPr lang="en-US" sz="1400" b="0" kern="1200" dirty="0" err="1"/>
            <a:t>Mở</a:t>
          </a:r>
          <a:r>
            <a:rPr lang="en-US" sz="1400" b="0" kern="1200" dirty="0"/>
            <a:t> </a:t>
          </a:r>
          <a:r>
            <a:rPr lang="en-US" sz="1400" b="0" kern="1200" dirty="0" err="1"/>
            <a:t>tài</a:t>
          </a:r>
          <a:r>
            <a:rPr lang="en-US" sz="1400" b="0" kern="1200" dirty="0"/>
            <a:t> </a:t>
          </a:r>
          <a:r>
            <a:rPr lang="en-US" sz="1400" b="0" kern="1200" dirty="0" err="1"/>
            <a:t>khoản</a:t>
          </a:r>
          <a:r>
            <a:rPr lang="en-US" sz="1400" b="0" kern="1200" dirty="0"/>
            <a:t> </a:t>
          </a:r>
          <a:r>
            <a:rPr lang="en-US" sz="1400" b="0" kern="1200" dirty="0" err="1"/>
            <a:t>giả</a:t>
          </a:r>
          <a:r>
            <a:rPr lang="en-US" sz="1400" b="0" kern="1200" dirty="0"/>
            <a:t> </a:t>
          </a:r>
          <a:r>
            <a:rPr lang="en-US" sz="1400" b="0" kern="1200" dirty="0" err="1"/>
            <a:t>mạo</a:t>
          </a:r>
          <a:r>
            <a:rPr lang="en-US" sz="1400" b="0" kern="1200" dirty="0"/>
            <a:t> </a:t>
          </a:r>
          <a:r>
            <a:rPr lang="en-US" sz="1400" b="0" kern="1200" dirty="0" err="1"/>
            <a:t>dưới</a:t>
          </a:r>
          <a:r>
            <a:rPr lang="en-US" sz="1400" b="0" kern="1200" dirty="0"/>
            <a:t> </a:t>
          </a:r>
          <a:r>
            <a:rPr lang="en-US" sz="1400" b="0" kern="1200" dirty="0" err="1"/>
            <a:t>tên</a:t>
          </a:r>
          <a:r>
            <a:rPr lang="en-US" sz="1400" b="0" kern="1200" dirty="0"/>
            <a:t> </a:t>
          </a:r>
          <a:r>
            <a:rPr lang="en-US" sz="1400" b="0" kern="1200" dirty="0" err="1"/>
            <a:t>nạn</a:t>
          </a:r>
          <a:r>
            <a:rPr lang="en-US" sz="1400" b="0" kern="1200" dirty="0"/>
            <a:t> </a:t>
          </a:r>
          <a:r>
            <a:rPr lang="en-US" sz="1400" b="0" kern="1200" dirty="0" err="1"/>
            <a:t>nhân</a:t>
          </a:r>
          <a:r>
            <a:rPr lang="en-US" sz="1400" b="0" kern="1200" dirty="0"/>
            <a:t>.</a:t>
          </a:r>
        </a:p>
      </dsp:txBody>
      <dsp:txXfrm>
        <a:off x="7054486" y="4390917"/>
        <a:ext cx="1899078" cy="1293418"/>
      </dsp:txXfrm>
    </dsp:sp>
    <dsp:sp modelId="{E750D873-1F51-47EF-827F-4D9981CAC725}">
      <dsp:nvSpPr>
        <dsp:cNvPr id="0" name=""/>
        <dsp:cNvSpPr/>
      </dsp:nvSpPr>
      <dsp:spPr>
        <a:xfrm>
          <a:off x="1551856" y="3892711"/>
          <a:ext cx="2827940" cy="1831864"/>
        </a:xfrm>
        <a:prstGeom prst="roundRect">
          <a:avLst>
            <a:gd name="adj" fmla="val 10000"/>
          </a:avLst>
        </a:prstGeom>
        <a:solidFill>
          <a:schemeClr val="accent1">
            <a:lumMod val="60000"/>
            <a:lumOff val="4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1400" b="0" kern="1200" dirty="0"/>
            <a:t>Bình </a:t>
          </a:r>
          <a:r>
            <a:rPr lang="en-US" sz="1400" b="0" kern="1200" dirty="0" err="1"/>
            <a:t>luận</a:t>
          </a:r>
          <a:r>
            <a:rPr lang="en-US" sz="1400" b="0" kern="1200" dirty="0"/>
            <a:t> </a:t>
          </a:r>
          <a:r>
            <a:rPr lang="en-US" sz="1400" b="0" kern="1200" dirty="0" err="1"/>
            <a:t>tiêu</a:t>
          </a:r>
          <a:r>
            <a:rPr lang="en-US" sz="1400" b="0" kern="1200" dirty="0"/>
            <a:t> </a:t>
          </a:r>
          <a:r>
            <a:rPr lang="en-US" sz="1400" b="0" kern="1200" dirty="0" err="1"/>
            <a:t>cực</a:t>
          </a:r>
          <a:r>
            <a:rPr lang="en-US" sz="1400" b="0" kern="1200" dirty="0"/>
            <a:t>, </a:t>
          </a:r>
          <a:r>
            <a:rPr lang="en-US" sz="1400" b="0" kern="1200" dirty="0" err="1"/>
            <a:t>công</a:t>
          </a:r>
          <a:r>
            <a:rPr lang="en-US" sz="1400" b="0" kern="1200" dirty="0"/>
            <a:t> </a:t>
          </a:r>
          <a:r>
            <a:rPr lang="en-US" sz="1400" b="0" kern="1200" dirty="0" err="1"/>
            <a:t>kích</a:t>
          </a:r>
          <a:r>
            <a:rPr lang="en-US" sz="1400" b="0" kern="1200" dirty="0"/>
            <a:t> </a:t>
          </a:r>
          <a:r>
            <a:rPr lang="en-US" sz="1400" b="0" kern="1200" dirty="0" err="1"/>
            <a:t>trên</a:t>
          </a:r>
          <a:r>
            <a:rPr lang="en-US" sz="1400" b="0" kern="1200" dirty="0"/>
            <a:t> </a:t>
          </a:r>
          <a:r>
            <a:rPr lang="en-US" sz="1400" b="0" kern="1200" dirty="0" err="1"/>
            <a:t>mạng</a:t>
          </a:r>
          <a:r>
            <a:rPr lang="en-US" sz="1400" b="0" kern="1200" dirty="0"/>
            <a:t> </a:t>
          </a:r>
          <a:r>
            <a:rPr lang="en-US" sz="1400" b="0" kern="1200" dirty="0" err="1"/>
            <a:t>xã</a:t>
          </a:r>
          <a:r>
            <a:rPr lang="en-US" sz="1400" b="0" kern="1200" dirty="0"/>
            <a:t> </a:t>
          </a:r>
          <a:r>
            <a:rPr lang="en-US" sz="1400" b="0" kern="1200" dirty="0" err="1"/>
            <a:t>hội</a:t>
          </a:r>
          <a:r>
            <a:rPr lang="en-US" sz="1400" b="0" kern="1200" dirty="0"/>
            <a:t>, tin </a:t>
          </a:r>
          <a:r>
            <a:rPr lang="en-US" sz="1400" b="0" kern="1200" dirty="0" err="1"/>
            <a:t>nhắn</a:t>
          </a:r>
          <a:r>
            <a:rPr lang="en-US" sz="1400" b="0" kern="1200" dirty="0"/>
            <a:t> </a:t>
          </a:r>
          <a:r>
            <a:rPr lang="en-US" sz="1400" b="0" kern="1200" dirty="0" err="1"/>
            <a:t>đe</a:t>
          </a:r>
          <a:r>
            <a:rPr lang="en-US" sz="1400" b="0" kern="1200" dirty="0"/>
            <a:t> </a:t>
          </a:r>
          <a:r>
            <a:rPr lang="en-US" sz="1400" b="0" kern="1200" dirty="0" err="1"/>
            <a:t>dọa</a:t>
          </a:r>
          <a:r>
            <a:rPr lang="en-US" sz="1400" b="0" kern="1200" dirty="0"/>
            <a:t>, </a:t>
          </a:r>
          <a:r>
            <a:rPr lang="en-US" sz="1400" b="0" kern="1200" dirty="0" err="1"/>
            <a:t>làm</a:t>
          </a:r>
          <a:r>
            <a:rPr lang="en-US" sz="1400" b="0" kern="1200" dirty="0"/>
            <a:t> </a:t>
          </a:r>
          <a:r>
            <a:rPr lang="en-US" sz="1400" b="0" kern="1200" dirty="0" err="1"/>
            <a:t>phiền</a:t>
          </a:r>
          <a:r>
            <a:rPr lang="en-US" sz="1400" b="1" kern="1200" dirty="0"/>
            <a:t>.</a:t>
          </a:r>
          <a:endParaRPr lang="en-US" sz="1400" b="0" kern="1200" dirty="0"/>
        </a:p>
      </dsp:txBody>
      <dsp:txXfrm>
        <a:off x="1592096" y="4390917"/>
        <a:ext cx="1899078" cy="1293418"/>
      </dsp:txXfrm>
    </dsp:sp>
    <dsp:sp modelId="{763FB5E3-D07F-4E66-85E7-A3DF0A3C5252}">
      <dsp:nvSpPr>
        <dsp:cNvPr id="0" name=""/>
        <dsp:cNvSpPr/>
      </dsp:nvSpPr>
      <dsp:spPr>
        <a:xfrm>
          <a:off x="6165864" y="0"/>
          <a:ext cx="2827940" cy="1831864"/>
        </a:xfrm>
        <a:prstGeom prst="roundRect">
          <a:avLst>
            <a:gd name="adj" fmla="val 10000"/>
          </a:avLst>
        </a:prstGeom>
        <a:solidFill>
          <a:schemeClr val="bg2">
            <a:lumMod val="75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kern="1200" dirty="0"/>
            <a:t>Cài </a:t>
          </a:r>
          <a:r>
            <a:rPr lang="en-US" sz="1400" b="0" kern="1200" dirty="0" err="1"/>
            <a:t>đặt</a:t>
          </a:r>
          <a:r>
            <a:rPr lang="en-US" sz="1400" b="0" kern="1200" dirty="0"/>
            <a:t> </a:t>
          </a:r>
          <a:r>
            <a:rPr lang="en-US" sz="1400" b="0" kern="1200" dirty="0" err="1"/>
            <a:t>phần</a:t>
          </a:r>
          <a:r>
            <a:rPr lang="en-US" sz="1400" b="0" kern="1200" dirty="0"/>
            <a:t> </a:t>
          </a:r>
          <a:r>
            <a:rPr lang="en-US" sz="1400" b="0" kern="1200" dirty="0" err="1"/>
            <a:t>mềm</a:t>
          </a:r>
          <a:r>
            <a:rPr lang="en-US" sz="1400" b="0" kern="1200" dirty="0"/>
            <a:t> </a:t>
          </a:r>
          <a:r>
            <a:rPr lang="en-US" sz="1400" b="0" kern="1200" dirty="0" err="1"/>
            <a:t>độc</a:t>
          </a:r>
          <a:r>
            <a:rPr lang="en-US" sz="1400" b="0" kern="1200" dirty="0"/>
            <a:t> </a:t>
          </a:r>
          <a:r>
            <a:rPr lang="en-US" sz="1400" b="0" kern="1200" dirty="0" err="1"/>
            <a:t>hại</a:t>
          </a:r>
          <a:r>
            <a:rPr lang="en-US" sz="1400" b="0" kern="1200" dirty="0"/>
            <a:t> (malware) </a:t>
          </a:r>
          <a:r>
            <a:rPr lang="en-US" sz="1400" b="0" kern="1200" dirty="0" err="1"/>
            <a:t>vào</a:t>
          </a:r>
          <a:r>
            <a:rPr lang="en-US" sz="1400" b="0" kern="1200" dirty="0"/>
            <a:t> </a:t>
          </a:r>
          <a:r>
            <a:rPr lang="en-US" sz="1400" b="0" kern="1200" dirty="0" err="1"/>
            <a:t>thiết</a:t>
          </a:r>
          <a:r>
            <a:rPr lang="en-US" sz="1400" b="0" kern="1200" dirty="0"/>
            <a:t> </a:t>
          </a:r>
          <a:r>
            <a:rPr lang="en-US" sz="1400" b="0" kern="1200" dirty="0" err="1"/>
            <a:t>bị</a:t>
          </a:r>
          <a:r>
            <a:rPr lang="en-US" sz="1400" b="0" kern="1200" dirty="0"/>
            <a:t>,</a:t>
          </a:r>
          <a:r>
            <a:rPr lang="en-US" sz="1400" b="1" kern="1200" dirty="0"/>
            <a:t> </a:t>
          </a:r>
          <a:r>
            <a:rPr lang="en-US" sz="1400" b="0" kern="1200" dirty="0" err="1"/>
            <a:t>mã</a:t>
          </a:r>
          <a:r>
            <a:rPr lang="en-US" sz="1400" b="0" kern="1200" dirty="0"/>
            <a:t> </a:t>
          </a:r>
          <a:r>
            <a:rPr lang="en-US" sz="1400" b="0" kern="1200" dirty="0" err="1"/>
            <a:t>độc</a:t>
          </a:r>
          <a:r>
            <a:rPr lang="en-US" sz="1400" b="0" kern="1200" dirty="0"/>
            <a:t> </a:t>
          </a:r>
          <a:r>
            <a:rPr lang="en-US" sz="1400" b="0" kern="1200" dirty="0" err="1"/>
            <a:t>tống</a:t>
          </a:r>
          <a:r>
            <a:rPr lang="en-US" sz="1400" b="0" kern="1200" dirty="0"/>
            <a:t> </a:t>
          </a:r>
          <a:r>
            <a:rPr lang="en-US" sz="1400" b="0" kern="1200" dirty="0" err="1"/>
            <a:t>tiền</a:t>
          </a:r>
          <a:r>
            <a:rPr lang="en-US" sz="1400" b="0" kern="1200" dirty="0"/>
            <a:t> (ransomware) </a:t>
          </a:r>
          <a:r>
            <a:rPr lang="en-US" sz="1400" b="0" kern="1200" dirty="0" err="1"/>
            <a:t>mã</a:t>
          </a:r>
          <a:r>
            <a:rPr lang="en-US" sz="1400" b="0" kern="1200" dirty="0"/>
            <a:t> </a:t>
          </a:r>
          <a:r>
            <a:rPr lang="en-US" sz="1400" b="0" kern="1200" dirty="0" err="1"/>
            <a:t>hóa</a:t>
          </a:r>
          <a:r>
            <a:rPr lang="en-US" sz="1400" b="0" kern="1200" dirty="0"/>
            <a:t> </a:t>
          </a:r>
          <a:r>
            <a:rPr lang="en-US" sz="1400" b="0" kern="1200" dirty="0" err="1"/>
            <a:t>dữ</a:t>
          </a:r>
          <a:r>
            <a:rPr lang="en-US" sz="1400" b="0" kern="1200" dirty="0"/>
            <a:t> </a:t>
          </a:r>
          <a:r>
            <a:rPr lang="en-US" sz="1400" b="0" kern="1200" dirty="0" err="1"/>
            <a:t>liệu</a:t>
          </a:r>
          <a:r>
            <a:rPr lang="en-US" sz="1400" b="0" kern="1200" dirty="0"/>
            <a:t>.</a:t>
          </a:r>
        </a:p>
      </dsp:txBody>
      <dsp:txXfrm>
        <a:off x="7054486" y="40240"/>
        <a:ext cx="1899078" cy="1293418"/>
      </dsp:txXfrm>
    </dsp:sp>
    <dsp:sp modelId="{AD0C3521-96B0-4628-A833-763A465B4F44}">
      <dsp:nvSpPr>
        <dsp:cNvPr id="0" name=""/>
        <dsp:cNvSpPr/>
      </dsp:nvSpPr>
      <dsp:spPr>
        <a:xfrm>
          <a:off x="1521795" y="0"/>
          <a:ext cx="2888062" cy="1831864"/>
        </a:xfrm>
        <a:prstGeom prst="roundRect">
          <a:avLst>
            <a:gd name="adj" fmla="val 10000"/>
          </a:avLst>
        </a:prstGeom>
        <a:solidFill>
          <a:schemeClr val="accent2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n-US" sz="1400" b="0" kern="1200" dirty="0" err="1"/>
            <a:t>Giả</a:t>
          </a:r>
          <a:r>
            <a:rPr lang="en-US" sz="1400" b="0" kern="1200" dirty="0"/>
            <a:t> </a:t>
          </a:r>
          <a:r>
            <a:rPr lang="en-US" sz="1400" b="0" kern="1200" dirty="0" err="1"/>
            <a:t>mạo</a:t>
          </a:r>
          <a:r>
            <a:rPr lang="en-US" sz="1400" b="0" kern="1200" dirty="0"/>
            <a:t> </a:t>
          </a:r>
          <a:r>
            <a:rPr lang="en-US" sz="1400" b="0" kern="1200" dirty="0" err="1"/>
            <a:t>trang</a:t>
          </a:r>
          <a:r>
            <a:rPr lang="en-US" sz="1400" b="0" kern="1200" dirty="0"/>
            <a:t> web </a:t>
          </a:r>
          <a:r>
            <a:rPr lang="en-US" sz="1400" b="0" kern="1200" dirty="0" err="1"/>
            <a:t>ngân</a:t>
          </a:r>
          <a:r>
            <a:rPr lang="en-US" sz="1400" b="0" kern="1200" dirty="0"/>
            <a:t> </a:t>
          </a:r>
          <a:r>
            <a:rPr lang="en-US" sz="1400" b="0" kern="1200" dirty="0" err="1"/>
            <a:t>hàng</a:t>
          </a:r>
          <a:r>
            <a:rPr lang="en-US" sz="1400" b="0" kern="1200" dirty="0"/>
            <a:t>, </a:t>
          </a:r>
          <a:r>
            <a:rPr lang="en-US" sz="1400" b="0" kern="1200" dirty="0" err="1"/>
            <a:t>học</a:t>
          </a:r>
          <a:r>
            <a:rPr lang="en-US" sz="1400" b="0" kern="1200" dirty="0"/>
            <a:t> </a:t>
          </a:r>
          <a:r>
            <a:rPr lang="en-US" sz="1400" b="0" kern="1200" dirty="0" err="1"/>
            <a:t>bổng</a:t>
          </a:r>
          <a:r>
            <a:rPr lang="en-US" sz="1400" b="0" kern="1200" dirty="0"/>
            <a:t>,</a:t>
          </a:r>
          <a:r>
            <a:rPr lang="en-US" sz="1400" b="1" kern="1200" dirty="0"/>
            <a:t> </a:t>
          </a:r>
          <a:r>
            <a:rPr lang="en-US" sz="1400" b="0" kern="1200" dirty="0"/>
            <a:t>Email, tin </a:t>
          </a:r>
          <a:r>
            <a:rPr lang="en-US" sz="1400" b="0" kern="1200" dirty="0" err="1"/>
            <a:t>nhắn</a:t>
          </a:r>
          <a:r>
            <a:rPr lang="en-US" sz="1400" b="0" kern="1200" dirty="0"/>
            <a:t> </a:t>
          </a:r>
          <a:r>
            <a:rPr lang="en-US" sz="1400" b="0" kern="1200" dirty="0" err="1"/>
            <a:t>yêu</a:t>
          </a:r>
          <a:r>
            <a:rPr lang="en-US" sz="1400" b="0" kern="1200" dirty="0"/>
            <a:t> </a:t>
          </a:r>
          <a:r>
            <a:rPr lang="en-US" sz="1400" b="0" kern="1200" dirty="0" err="1"/>
            <a:t>cầu</a:t>
          </a:r>
          <a:r>
            <a:rPr lang="en-US" sz="1400" b="0" kern="1200" dirty="0"/>
            <a:t> </a:t>
          </a:r>
          <a:r>
            <a:rPr lang="en-US" sz="1400" b="0" kern="1200" dirty="0" err="1"/>
            <a:t>chuyển</a:t>
          </a:r>
          <a:r>
            <a:rPr lang="en-US" sz="1400" b="0" kern="1200" dirty="0"/>
            <a:t> </a:t>
          </a:r>
          <a:r>
            <a:rPr lang="en-US" sz="1400" b="0" kern="1200" dirty="0" err="1"/>
            <a:t>tiền</a:t>
          </a:r>
          <a:r>
            <a:rPr lang="en-US" sz="1400" b="0" kern="1200" dirty="0"/>
            <a:t> </a:t>
          </a:r>
          <a:r>
            <a:rPr lang="en-US" sz="1400" b="0" kern="1200" dirty="0" err="1"/>
            <a:t>gấp</a:t>
          </a:r>
          <a:endParaRPr lang="en-US" sz="1400" b="0" kern="1200" dirty="0"/>
        </a:p>
      </dsp:txBody>
      <dsp:txXfrm>
        <a:off x="1562035" y="40240"/>
        <a:ext cx="1941163" cy="1293418"/>
      </dsp:txXfrm>
    </dsp:sp>
    <dsp:sp modelId="{CD1D3EDB-5BD4-48DE-A94A-EAAC31FB66FF}">
      <dsp:nvSpPr>
        <dsp:cNvPr id="0" name=""/>
        <dsp:cNvSpPr/>
      </dsp:nvSpPr>
      <dsp:spPr>
        <a:xfrm>
          <a:off x="2721812" y="326300"/>
          <a:ext cx="2478741" cy="2478741"/>
        </a:xfrm>
        <a:prstGeom prst="pieWedge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2300" b="0" kern="1200" dirty="0" err="1"/>
            <a:t>Bị</a:t>
          </a:r>
          <a:r>
            <a:rPr lang="en-US" sz="2300" b="0" kern="1200" dirty="0"/>
            <a:t> </a:t>
          </a:r>
          <a:r>
            <a:rPr lang="en-US" sz="2300" b="0" kern="1200" dirty="0" err="1"/>
            <a:t>lừa</a:t>
          </a:r>
          <a:r>
            <a:rPr lang="en-US" sz="2300" b="0" kern="1200" dirty="0"/>
            <a:t> </a:t>
          </a:r>
          <a:r>
            <a:rPr lang="en-US" sz="2300" b="0" kern="1200" dirty="0" err="1"/>
            <a:t>đảo</a:t>
          </a:r>
          <a:r>
            <a:rPr lang="en-US" sz="2300" b="0" kern="1200" dirty="0"/>
            <a:t> </a:t>
          </a:r>
          <a:r>
            <a:rPr lang="en-US" sz="2300" b="0" kern="1200" dirty="0" err="1"/>
            <a:t>tài</a:t>
          </a:r>
          <a:r>
            <a:rPr lang="en-US" sz="2300" b="0" kern="1200" dirty="0"/>
            <a:t> </a:t>
          </a:r>
          <a:r>
            <a:rPr lang="en-US" sz="2300" b="0" kern="1200" dirty="0" err="1"/>
            <a:t>chính</a:t>
          </a:r>
          <a:endParaRPr lang="en-US" sz="2300" kern="1200" dirty="0"/>
        </a:p>
      </dsp:txBody>
      <dsp:txXfrm>
        <a:off x="3447818" y="1052306"/>
        <a:ext cx="1752735" cy="1752735"/>
      </dsp:txXfrm>
    </dsp:sp>
    <dsp:sp modelId="{493105D9-2180-4010-9ABC-D7B36EA0BCD5}">
      <dsp:nvSpPr>
        <dsp:cNvPr id="0" name=""/>
        <dsp:cNvSpPr/>
      </dsp:nvSpPr>
      <dsp:spPr>
        <a:xfrm rot="5400000">
          <a:off x="5315045" y="326300"/>
          <a:ext cx="2478741" cy="2478741"/>
        </a:xfrm>
        <a:prstGeom prst="pieWedge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2300" b="0" kern="1200" dirty="0" err="1"/>
            <a:t>Bị</a:t>
          </a:r>
          <a:r>
            <a:rPr lang="en-US" sz="2300" b="0" kern="1200" dirty="0"/>
            <a:t> </a:t>
          </a:r>
          <a:r>
            <a:rPr lang="en-US" sz="2300" b="0" kern="1200" dirty="0" err="1"/>
            <a:t>tấn</a:t>
          </a:r>
          <a:r>
            <a:rPr lang="en-US" sz="2300" b="0" kern="1200" dirty="0"/>
            <a:t> </a:t>
          </a:r>
          <a:r>
            <a:rPr lang="en-US" sz="2300" b="0" kern="1200" dirty="0" err="1"/>
            <a:t>công</a:t>
          </a:r>
          <a:r>
            <a:rPr lang="en-US" sz="2300" b="0" kern="1200" dirty="0"/>
            <a:t> </a:t>
          </a:r>
          <a:r>
            <a:rPr lang="en-US" sz="2300" b="0" kern="1200" dirty="0" err="1"/>
            <a:t>mạng</a:t>
          </a:r>
          <a:endParaRPr lang="en-US" sz="2300" kern="1200" dirty="0"/>
        </a:p>
      </dsp:txBody>
      <dsp:txXfrm rot="-5400000">
        <a:off x="5315045" y="1052306"/>
        <a:ext cx="1752735" cy="1752735"/>
      </dsp:txXfrm>
    </dsp:sp>
    <dsp:sp modelId="{5B487613-6EC3-4870-A984-99E0BA38A2FF}">
      <dsp:nvSpPr>
        <dsp:cNvPr id="0" name=""/>
        <dsp:cNvSpPr/>
      </dsp:nvSpPr>
      <dsp:spPr>
        <a:xfrm rot="10800000">
          <a:off x="5315045" y="2919533"/>
          <a:ext cx="2478741" cy="2478741"/>
        </a:xfrm>
        <a:prstGeom prst="pieWedge">
          <a:avLst/>
        </a:prstGeom>
        <a:solidFill>
          <a:schemeClr val="tx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2300" b="0" kern="1200" dirty="0" err="1"/>
            <a:t>Bị</a:t>
          </a:r>
          <a:r>
            <a:rPr lang="en-US" sz="2300" b="0" kern="1200" dirty="0"/>
            <a:t> </a:t>
          </a:r>
          <a:r>
            <a:rPr lang="en-US" sz="2300" b="0" kern="1200" dirty="0" err="1"/>
            <a:t>đánh</a:t>
          </a:r>
          <a:r>
            <a:rPr lang="en-US" sz="2300" b="0" kern="1200" dirty="0"/>
            <a:t> </a:t>
          </a:r>
          <a:r>
            <a:rPr lang="en-US" sz="2300" b="0" kern="1200" dirty="0" err="1"/>
            <a:t>cắp</a:t>
          </a:r>
          <a:r>
            <a:rPr lang="en-US" sz="2300" b="0" kern="1200" dirty="0"/>
            <a:t> </a:t>
          </a:r>
          <a:r>
            <a:rPr lang="en-US" sz="2300" b="0" kern="1200" dirty="0" err="1"/>
            <a:t>danh</a:t>
          </a:r>
          <a:r>
            <a:rPr lang="en-US" sz="2300" b="0" kern="1200" dirty="0"/>
            <a:t> </a:t>
          </a:r>
          <a:r>
            <a:rPr lang="en-US" sz="2300" b="0" kern="1200" dirty="0" err="1"/>
            <a:t>tính</a:t>
          </a:r>
          <a:r>
            <a:rPr lang="en-US" sz="2300" b="0" kern="1200" dirty="0"/>
            <a:t> </a:t>
          </a:r>
          <a:r>
            <a:rPr lang="en-US" sz="2300" b="0" kern="1200" dirty="0" err="1"/>
            <a:t>và</a:t>
          </a:r>
          <a:r>
            <a:rPr lang="en-US" sz="2300" b="0" kern="1200" dirty="0"/>
            <a:t> </a:t>
          </a:r>
          <a:r>
            <a:rPr lang="en-US" sz="2300" b="0" kern="1200" dirty="0" err="1"/>
            <a:t>thông</a:t>
          </a:r>
          <a:r>
            <a:rPr lang="en-US" sz="2300" b="0" kern="1200" dirty="0"/>
            <a:t> tin </a:t>
          </a:r>
          <a:r>
            <a:rPr lang="en-US" sz="2300" b="0" kern="1200" dirty="0" err="1"/>
            <a:t>cá</a:t>
          </a:r>
          <a:r>
            <a:rPr lang="en-US" sz="2300" b="0" kern="1200" dirty="0"/>
            <a:t> </a:t>
          </a:r>
          <a:r>
            <a:rPr lang="en-US" sz="2300" b="0" kern="1200" dirty="0" err="1"/>
            <a:t>nhân</a:t>
          </a:r>
          <a:endParaRPr lang="en-US" sz="2300" kern="1200" dirty="0"/>
        </a:p>
      </dsp:txBody>
      <dsp:txXfrm rot="10800000">
        <a:off x="5315045" y="2919533"/>
        <a:ext cx="1752735" cy="1752735"/>
      </dsp:txXfrm>
    </dsp:sp>
    <dsp:sp modelId="{3375441C-BB82-4039-A934-C2EB8F1BC1EF}">
      <dsp:nvSpPr>
        <dsp:cNvPr id="0" name=""/>
        <dsp:cNvSpPr/>
      </dsp:nvSpPr>
      <dsp:spPr>
        <a:xfrm rot="16200000">
          <a:off x="2721812" y="2919533"/>
          <a:ext cx="2478741" cy="2478741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US" sz="2300" b="0" kern="1200" dirty="0" err="1"/>
            <a:t>Bị</a:t>
          </a:r>
          <a:r>
            <a:rPr lang="en-US" sz="2300" b="0" kern="1200" dirty="0"/>
            <a:t> </a:t>
          </a:r>
          <a:r>
            <a:rPr lang="en-US" sz="2300" b="0" kern="1200" dirty="0" err="1"/>
            <a:t>quấy</a:t>
          </a:r>
          <a:r>
            <a:rPr lang="en-US" sz="2300" b="0" kern="1200" dirty="0"/>
            <a:t> </a:t>
          </a:r>
          <a:r>
            <a:rPr lang="en-US" sz="2300" b="0" kern="1200" dirty="0" err="1"/>
            <a:t>rối</a:t>
          </a:r>
          <a:r>
            <a:rPr lang="en-US" sz="2300" b="0" kern="1200" dirty="0"/>
            <a:t> </a:t>
          </a:r>
          <a:r>
            <a:rPr lang="en-US" sz="2300" b="0" kern="1200" dirty="0" err="1"/>
            <a:t>và</a:t>
          </a:r>
          <a:r>
            <a:rPr lang="en-US" sz="2300" b="0" kern="1200" dirty="0"/>
            <a:t> </a:t>
          </a:r>
          <a:r>
            <a:rPr lang="en-US" sz="2300" b="0" kern="1200" dirty="0" err="1"/>
            <a:t>bắt</a:t>
          </a:r>
          <a:r>
            <a:rPr lang="en-US" sz="2300" b="0" kern="1200" dirty="0"/>
            <a:t> </a:t>
          </a:r>
          <a:r>
            <a:rPr lang="en-US" sz="2300" b="0" kern="1200" dirty="0" err="1"/>
            <a:t>nạt</a:t>
          </a:r>
          <a:r>
            <a:rPr lang="en-US" sz="2300" b="0" kern="1200" dirty="0"/>
            <a:t> </a:t>
          </a:r>
          <a:r>
            <a:rPr lang="en-US" sz="2300" b="0" kern="1200" dirty="0" err="1"/>
            <a:t>trực</a:t>
          </a:r>
          <a:r>
            <a:rPr lang="en-US" sz="2300" b="0" kern="1200" dirty="0"/>
            <a:t> </a:t>
          </a:r>
          <a:r>
            <a:rPr lang="en-US" sz="2300" b="0" kern="1200" dirty="0" err="1"/>
            <a:t>tuyến</a:t>
          </a:r>
          <a:endParaRPr lang="en-US" sz="2300" kern="1200" dirty="0"/>
        </a:p>
      </dsp:txBody>
      <dsp:txXfrm rot="5400000">
        <a:off x="3447818" y="2919533"/>
        <a:ext cx="1752735" cy="1752735"/>
      </dsp:txXfrm>
    </dsp:sp>
    <dsp:sp modelId="{A396397E-F30D-4630-82DA-EFB4B2B99528}">
      <dsp:nvSpPr>
        <dsp:cNvPr id="0" name=""/>
        <dsp:cNvSpPr/>
      </dsp:nvSpPr>
      <dsp:spPr>
        <a:xfrm>
          <a:off x="4829887" y="2386421"/>
          <a:ext cx="855824" cy="744194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A1C279-1A83-46F0-A6C9-76AA8A92AF7F}">
      <dsp:nvSpPr>
        <dsp:cNvPr id="0" name=""/>
        <dsp:cNvSpPr/>
      </dsp:nvSpPr>
      <dsp:spPr>
        <a:xfrm rot="10800000">
          <a:off x="4829887" y="2633304"/>
          <a:ext cx="855824" cy="744194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D068C-0BE0-4E54-33A9-CDF6F4E2D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065BA-EFB3-EB5B-94BF-9D222FC78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F62C2-A074-246C-82DC-8BEE41B8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D326E-11F9-4468-B031-0DB6318E319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BA210-8712-924C-2B4A-14D98EA9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861B3-390B-70D4-F7FE-2D67D578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A5E0-9E9C-48EA-8DAB-7551ECA2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75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750A-731C-B24F-4811-9EC6281E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70A72-3A6C-E918-83B9-B5BB40979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5ADEB-54D9-C0FC-AA83-BC98EA638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D326E-11F9-4468-B031-0DB6318E319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C5456-1E76-1B4A-C9BC-7DEE4C1E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5F6FD-0E80-1018-6770-B28F4DBA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A5E0-9E9C-48EA-8DAB-7551ECA2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6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C096F-3BCC-F8A6-4F12-A17879DE0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D4D78-434D-5FEE-A2E6-F894CCDF9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96C5F-5C6F-F802-D761-E1760B52E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D326E-11F9-4468-B031-0DB6318E319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FD8AA-6283-255E-B38C-32970352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B8F62-2E06-DC37-E2CD-B8026D776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A5E0-9E9C-48EA-8DAB-7551ECA2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88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7B82-4B77-C842-CB57-EDCEED424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EFE09-224C-DDDD-286D-1BC24963C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CBD53-42ED-0B85-B8C2-250559E0B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EBC4D-4BFA-297B-059A-DDEAF0259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D326E-11F9-4468-B031-0DB6318E319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53864-B399-54A6-F9D4-35B89F30C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C3261-2C15-543E-2D75-092DC50AB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A5E0-9E9C-48EA-8DAB-7551ECA2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84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49025-AE07-982E-BFF8-AA174F9C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0E88B-5390-A0D0-C252-766ABCD33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B37D1-7AEB-41BF-CDA9-AAB4CA0E5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75070-1B77-3D54-A891-5FA76990A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760AD-1403-E25B-D01D-0B378A4873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49557-0AD2-8B93-28CC-1A3DAFD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D326E-11F9-4468-B031-0DB6318E319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D7EB25-3621-8A66-6774-0C4C9868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63438-B6C6-B2C5-8898-7884D165B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A5E0-9E9C-48EA-8DAB-7551ECA2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720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4DB4-5233-44B8-61BA-60FDB2D53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0F8A3B-0C52-6524-B1BF-E5F82047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D326E-11F9-4468-B031-0DB6318E319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AA629-27E8-2709-5E82-B762AEA5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876AE-05B2-7887-21D4-B665BF8F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A5E0-9E9C-48EA-8DAB-7551ECA2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56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2FC5B-CD6B-B3FC-5240-528461911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D326E-11F9-4468-B031-0DB6318E319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0873BD-B88E-34F8-9A5B-C7C23F32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9F8B9-1A34-1C0D-CBD3-B5ACE2D2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A5E0-9E9C-48EA-8DAB-7551ECA2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12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481E2-2D55-4A29-53AB-081899C60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68AD2-AC9D-6C78-FE3B-EA361D3C6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D667A-AD80-C55A-756A-7AC5F01F7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44DFB-4E61-8820-9B05-C3ECDA2F2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D326E-11F9-4468-B031-0DB6318E319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51F5D-91BB-1B39-3186-04ADDB081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8D744-A24D-1D9A-C233-0724B08B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A5E0-9E9C-48EA-8DAB-7551ECA2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95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643D-C19F-F2D3-E798-6FB78EFE1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7A83F3-3E12-DE40-CF39-873BB547C6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D72BE1-FEFD-7A19-58B4-3F43F8073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B81B7-EF5A-2463-644A-F5DAB4F5F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D326E-11F9-4468-B031-0DB6318E319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F1BAF-D900-8473-41C2-CC9686BF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ACCAD-A691-E62D-F2B6-256C80FCC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A5E0-9E9C-48EA-8DAB-7551ECA2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3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2599E-73F3-C920-2B7B-B5B486370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D097D-5327-480F-A385-CCA9BDFB4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289FC-9988-31ED-53D4-841A93AB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D326E-11F9-4468-B031-0DB6318E319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6A207-D6A7-5C51-A245-17F38C69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8069E-ED1E-48A9-A254-916A87AF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A5E0-9E9C-48EA-8DAB-7551ECA2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5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827B79-D62D-972A-02C0-2326FE9548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B4D484-1560-FD2E-0D1C-94945823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F3D21-B24B-0563-741B-47DFE0333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D326E-11F9-4468-B031-0DB6318E319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EAA71-D952-125E-4BF7-DD6F3C48E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8CD9C-790B-4403-583E-1EFF8C73A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6A5E0-9E9C-48EA-8DAB-7551ECA2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77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DE1B8A-8F09-DA8C-B1E3-3747A5101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88923-AC8B-ED36-D81A-B5CA301F5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7161E-F48E-5868-AA01-B8A35A68F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326E-11F9-4468-B031-0DB6318E319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6014B-18A9-43CB-CAA9-4B934B631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FDF9A-E88C-FB85-D7B6-99CDF2EC0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6A5E0-9E9C-48EA-8DAB-7551ECA23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8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01C2-F5FC-5AEC-E541-05F661133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65E719-C983-DA78-CF40-131BAE4717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5930339"/>
              </p:ext>
            </p:extLst>
          </p:nvPr>
        </p:nvGraphicFramePr>
        <p:xfrm>
          <a:off x="838200" y="452387"/>
          <a:ext cx="10515600" cy="5724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0665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114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Hồ Thị Mỹ Duyên - B2104801</dc:creator>
  <cp:lastModifiedBy>Hồ Thị Mỹ Duyên - B2104801</cp:lastModifiedBy>
  <cp:revision>1</cp:revision>
  <dcterms:created xsi:type="dcterms:W3CDTF">2025-11-05T00:42:41Z</dcterms:created>
  <dcterms:modified xsi:type="dcterms:W3CDTF">2025-11-05T00:45:07Z</dcterms:modified>
</cp:coreProperties>
</file>